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1079976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691"/>
  </p:normalViewPr>
  <p:slideViewPr>
    <p:cSldViewPr snapToGrid="0">
      <p:cViewPr>
        <p:scale>
          <a:sx n="69" d="100"/>
          <a:sy n="69" d="100"/>
        </p:scale>
        <p:origin x="5704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BCFC6-B7D9-D142-A8E8-90EA1E7E17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143000"/>
            <a:ext cx="2311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7E334-B738-4245-BEE0-AEF71C6A7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22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55509" rtl="0" eaLnBrk="1" latinLnBrk="0" hangingPunct="1">
      <a:defRPr sz="3485" kern="1200">
        <a:solidFill>
          <a:schemeClr val="tx1"/>
        </a:solidFill>
        <a:latin typeface="+mn-lt"/>
        <a:ea typeface="+mn-ea"/>
        <a:cs typeface="+mn-cs"/>
      </a:defRPr>
    </a:lvl1pPr>
    <a:lvl2pPr marL="1327755" algn="l" defTabSz="2655509" rtl="0" eaLnBrk="1" latinLnBrk="0" hangingPunct="1">
      <a:defRPr sz="3485" kern="1200">
        <a:solidFill>
          <a:schemeClr val="tx1"/>
        </a:solidFill>
        <a:latin typeface="+mn-lt"/>
        <a:ea typeface="+mn-ea"/>
        <a:cs typeface="+mn-cs"/>
      </a:defRPr>
    </a:lvl2pPr>
    <a:lvl3pPr marL="2655509" algn="l" defTabSz="2655509" rtl="0" eaLnBrk="1" latinLnBrk="0" hangingPunct="1">
      <a:defRPr sz="3485" kern="1200">
        <a:solidFill>
          <a:schemeClr val="tx1"/>
        </a:solidFill>
        <a:latin typeface="+mn-lt"/>
        <a:ea typeface="+mn-ea"/>
        <a:cs typeface="+mn-cs"/>
      </a:defRPr>
    </a:lvl3pPr>
    <a:lvl4pPr marL="3983264" algn="l" defTabSz="2655509" rtl="0" eaLnBrk="1" latinLnBrk="0" hangingPunct="1">
      <a:defRPr sz="3485" kern="1200">
        <a:solidFill>
          <a:schemeClr val="tx1"/>
        </a:solidFill>
        <a:latin typeface="+mn-lt"/>
        <a:ea typeface="+mn-ea"/>
        <a:cs typeface="+mn-cs"/>
      </a:defRPr>
    </a:lvl4pPr>
    <a:lvl5pPr marL="5311018" algn="l" defTabSz="2655509" rtl="0" eaLnBrk="1" latinLnBrk="0" hangingPunct="1">
      <a:defRPr sz="3485" kern="1200">
        <a:solidFill>
          <a:schemeClr val="tx1"/>
        </a:solidFill>
        <a:latin typeface="+mn-lt"/>
        <a:ea typeface="+mn-ea"/>
        <a:cs typeface="+mn-cs"/>
      </a:defRPr>
    </a:lvl5pPr>
    <a:lvl6pPr marL="6638773" algn="l" defTabSz="2655509" rtl="0" eaLnBrk="1" latinLnBrk="0" hangingPunct="1">
      <a:defRPr sz="3485" kern="1200">
        <a:solidFill>
          <a:schemeClr val="tx1"/>
        </a:solidFill>
        <a:latin typeface="+mn-lt"/>
        <a:ea typeface="+mn-ea"/>
        <a:cs typeface="+mn-cs"/>
      </a:defRPr>
    </a:lvl6pPr>
    <a:lvl7pPr marL="7966527" algn="l" defTabSz="2655509" rtl="0" eaLnBrk="1" latinLnBrk="0" hangingPunct="1">
      <a:defRPr sz="3485" kern="1200">
        <a:solidFill>
          <a:schemeClr val="tx1"/>
        </a:solidFill>
        <a:latin typeface="+mn-lt"/>
        <a:ea typeface="+mn-ea"/>
        <a:cs typeface="+mn-cs"/>
      </a:defRPr>
    </a:lvl7pPr>
    <a:lvl8pPr marL="9294282" algn="l" defTabSz="2655509" rtl="0" eaLnBrk="1" latinLnBrk="0" hangingPunct="1">
      <a:defRPr sz="3485" kern="1200">
        <a:solidFill>
          <a:schemeClr val="tx1"/>
        </a:solidFill>
        <a:latin typeface="+mn-lt"/>
        <a:ea typeface="+mn-ea"/>
        <a:cs typeface="+mn-cs"/>
      </a:defRPr>
    </a:lvl8pPr>
    <a:lvl9pPr marL="10622036" algn="l" defTabSz="2655509" rtl="0" eaLnBrk="1" latinLnBrk="0" hangingPunct="1">
      <a:defRPr sz="34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3300" y="1143000"/>
            <a:ext cx="2311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7E334-B738-4245-BEE0-AEF71C6A7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77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356703"/>
            <a:ext cx="9179799" cy="501340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7563446"/>
            <a:ext cx="8099822" cy="3476717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2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3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3590057"/>
            <a:ext cx="9314796" cy="5990088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9636813"/>
            <a:ext cx="9314796" cy="315004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04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3833390"/>
            <a:ext cx="4589899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3833390"/>
            <a:ext cx="4589899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3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66681"/>
            <a:ext cx="9314796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3530053"/>
            <a:ext cx="4568805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5260078"/>
            <a:ext cx="4568805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3530053"/>
            <a:ext cx="4591306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5260078"/>
            <a:ext cx="459130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26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0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45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073367"/>
            <a:ext cx="5467380" cy="1023348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4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073367"/>
            <a:ext cx="5467380" cy="1023348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1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1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766678"/>
            <a:ext cx="2328699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766678"/>
            <a:ext cx="6851100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5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766681"/>
            <a:ext cx="9314796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3833390"/>
            <a:ext cx="9314796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25EC8-4FB8-6B4B-A136-C3B538C4987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3346867"/>
            <a:ext cx="364492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88F7A-19B9-F849-8C8C-CB3F57C7B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8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02F2F10-1AC2-1A3E-254C-819040857966}"/>
              </a:ext>
            </a:extLst>
          </p:cNvPr>
          <p:cNvSpPr/>
          <p:nvPr/>
        </p:nvSpPr>
        <p:spPr>
          <a:xfrm>
            <a:off x="2261485" y="4299987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545ADF-4C28-E62D-DC2A-7AD7F160A7B7}"/>
              </a:ext>
            </a:extLst>
          </p:cNvPr>
          <p:cNvSpPr/>
          <p:nvPr/>
        </p:nvSpPr>
        <p:spPr>
          <a:xfrm>
            <a:off x="2261485" y="4750996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D8A57-6216-349A-F4D9-67EA88D37624}"/>
              </a:ext>
            </a:extLst>
          </p:cNvPr>
          <p:cNvSpPr txBox="1"/>
          <p:nvPr/>
        </p:nvSpPr>
        <p:spPr>
          <a:xfrm>
            <a:off x="1688433" y="6560554"/>
            <a:ext cx="12337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 layer</a:t>
            </a:r>
          </a:p>
          <a:p>
            <a:pPr algn="ctr"/>
            <a:r>
              <a:rPr lang="en-US" sz="1000" dirty="0"/>
              <a:t>(one hot feature)</a:t>
            </a:r>
          </a:p>
          <a:p>
            <a:pPr algn="ctr"/>
            <a:r>
              <a:rPr lang="en-US" sz="1000" dirty="0"/>
              <a:t>H: [1,0]</a:t>
            </a:r>
          </a:p>
          <a:p>
            <a:pPr algn="ctr"/>
            <a:r>
              <a:rPr lang="en-US" sz="1000" dirty="0"/>
              <a:t>O: [0,1]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B6D85D06-061C-1123-6F70-D5E11DA48457}"/>
              </a:ext>
            </a:extLst>
          </p:cNvPr>
          <p:cNvCxnSpPr>
            <a:cxnSpLocks/>
            <a:stCxn id="7" idx="2"/>
            <a:endCxn id="4" idx="6"/>
          </p:cNvCxnSpPr>
          <p:nvPr/>
        </p:nvCxnSpPr>
        <p:spPr>
          <a:xfrm flipH="1">
            <a:off x="2535817" y="3349070"/>
            <a:ext cx="975359" cy="108808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29C6277-2DF6-7DC5-E2EA-7284D8E282C3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 flipV="1">
            <a:off x="2535817" y="3791030"/>
            <a:ext cx="975359" cy="64612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5C62976-3D2C-B6B5-C6C3-4EBC10B84B54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 flipV="1">
            <a:off x="2535805" y="4232990"/>
            <a:ext cx="987278" cy="20416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F7A1138-8039-A816-12AA-3EF500833886}"/>
              </a:ext>
            </a:extLst>
          </p:cNvPr>
          <p:cNvCxnSpPr>
            <a:cxnSpLocks/>
            <a:stCxn id="4" idx="6"/>
            <a:endCxn id="14" idx="2"/>
          </p:cNvCxnSpPr>
          <p:nvPr/>
        </p:nvCxnSpPr>
        <p:spPr>
          <a:xfrm>
            <a:off x="2535817" y="4437147"/>
            <a:ext cx="975359" cy="24892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EABD2037-1F00-D1C4-EC58-A00F932AED96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2535805" y="4437147"/>
            <a:ext cx="987278" cy="70202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EA5EC2D-450F-A2CB-9F4B-77FC7DCE50B3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>
          <a:xfrm>
            <a:off x="2535817" y="4437159"/>
            <a:ext cx="1003691" cy="115263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B153AFB-6131-F1D5-981D-63AC9EC48C8D}"/>
              </a:ext>
            </a:extLst>
          </p:cNvPr>
          <p:cNvCxnSpPr>
            <a:cxnSpLocks/>
            <a:stCxn id="4" idx="6"/>
            <a:endCxn id="12" idx="2"/>
          </p:cNvCxnSpPr>
          <p:nvPr/>
        </p:nvCxnSpPr>
        <p:spPr>
          <a:xfrm>
            <a:off x="2535817" y="4437147"/>
            <a:ext cx="1008577" cy="160324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BE9ED90-03B7-F07A-C9A4-E34A28F5AAC2}"/>
              </a:ext>
            </a:extLst>
          </p:cNvPr>
          <p:cNvGrpSpPr/>
          <p:nvPr/>
        </p:nvGrpSpPr>
        <p:grpSpPr>
          <a:xfrm>
            <a:off x="3511176" y="3211910"/>
            <a:ext cx="1313461" cy="2965657"/>
            <a:chOff x="3100950" y="1615582"/>
            <a:chExt cx="1313461" cy="296565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CE92911-5919-4308-FB31-D510C37207E1}"/>
                </a:ext>
              </a:extLst>
            </p:cNvPr>
            <p:cNvGrpSpPr/>
            <p:nvPr/>
          </p:nvGrpSpPr>
          <p:grpSpPr>
            <a:xfrm>
              <a:off x="3100950" y="1615582"/>
              <a:ext cx="477054" cy="2965657"/>
              <a:chOff x="3143153" y="1903969"/>
              <a:chExt cx="477054" cy="2965657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DEFCD03-74C6-315E-50B0-B807E2200893}"/>
                  </a:ext>
                </a:extLst>
              </p:cNvPr>
              <p:cNvSpPr/>
              <p:nvPr/>
            </p:nvSpPr>
            <p:spPr>
              <a:xfrm>
                <a:off x="3143153" y="190396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3D3EAAC-DF79-5035-DBC5-7B43C78A67DE}"/>
                  </a:ext>
                </a:extLst>
              </p:cNvPr>
              <p:cNvSpPr/>
              <p:nvPr/>
            </p:nvSpPr>
            <p:spPr>
              <a:xfrm>
                <a:off x="3143153" y="234592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1C07867-E4DB-B7F9-A15C-F7EE19AA6DCF}"/>
                  </a:ext>
                </a:extLst>
              </p:cNvPr>
              <p:cNvSpPr/>
              <p:nvPr/>
            </p:nvSpPr>
            <p:spPr>
              <a:xfrm>
                <a:off x="3155072" y="278788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8037B27-DB18-CBD3-EB44-9212FE1F161A}"/>
                  </a:ext>
                </a:extLst>
              </p:cNvPr>
              <p:cNvSpPr/>
              <p:nvPr/>
            </p:nvSpPr>
            <p:spPr>
              <a:xfrm>
                <a:off x="3155072" y="3694084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03D1086-91F9-DECB-26CC-9E5BD469B74D}"/>
                  </a:ext>
                </a:extLst>
              </p:cNvPr>
              <p:cNvSpPr/>
              <p:nvPr/>
            </p:nvSpPr>
            <p:spPr>
              <a:xfrm>
                <a:off x="3171485" y="4144695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985DDDD-AD9B-BAFD-D1E3-EF70FB0DC910}"/>
                  </a:ext>
                </a:extLst>
              </p:cNvPr>
              <p:cNvSpPr/>
              <p:nvPr/>
            </p:nvSpPr>
            <p:spPr>
              <a:xfrm>
                <a:off x="3176371" y="4595306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68C1B5-0A6B-22F2-60B2-F317EC41D9D2}"/>
                  </a:ext>
                </a:extLst>
              </p:cNvPr>
              <p:cNvSpPr txBox="1"/>
              <p:nvPr/>
            </p:nvSpPr>
            <p:spPr>
              <a:xfrm rot="5400000">
                <a:off x="3175534" y="3139619"/>
                <a:ext cx="412292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8572B00-9797-9D3F-07E3-D33B8DD6ECD0}"/>
                </a:ext>
              </a:extLst>
            </p:cNvPr>
            <p:cNvGrpSpPr/>
            <p:nvPr/>
          </p:nvGrpSpPr>
          <p:grpSpPr>
            <a:xfrm>
              <a:off x="3937357" y="1615582"/>
              <a:ext cx="477054" cy="2965657"/>
              <a:chOff x="3143153" y="1903969"/>
              <a:chExt cx="477054" cy="2965657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33D455E-3D77-E85E-D5F5-CB8198235C7A}"/>
                  </a:ext>
                </a:extLst>
              </p:cNvPr>
              <p:cNvSpPr/>
              <p:nvPr/>
            </p:nvSpPr>
            <p:spPr>
              <a:xfrm>
                <a:off x="3143153" y="190396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14E53A4-C2AA-9ED3-13F0-A788DEC47DDE}"/>
                  </a:ext>
                </a:extLst>
              </p:cNvPr>
              <p:cNvSpPr/>
              <p:nvPr/>
            </p:nvSpPr>
            <p:spPr>
              <a:xfrm>
                <a:off x="3143153" y="234592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921DE41-B2C4-63A3-2FB2-A4FAB0205BDA}"/>
                  </a:ext>
                </a:extLst>
              </p:cNvPr>
              <p:cNvSpPr/>
              <p:nvPr/>
            </p:nvSpPr>
            <p:spPr>
              <a:xfrm>
                <a:off x="3155072" y="278788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BBA052D-E6B1-6885-B4C5-47C01C72BB97}"/>
                  </a:ext>
                </a:extLst>
              </p:cNvPr>
              <p:cNvSpPr/>
              <p:nvPr/>
            </p:nvSpPr>
            <p:spPr>
              <a:xfrm>
                <a:off x="3155072" y="3694084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56C98CC-4EC2-158F-1917-4DFDD222D42B}"/>
                  </a:ext>
                </a:extLst>
              </p:cNvPr>
              <p:cNvSpPr/>
              <p:nvPr/>
            </p:nvSpPr>
            <p:spPr>
              <a:xfrm>
                <a:off x="3171485" y="4144695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C6E9B51-11EB-BB32-5EEE-9F4A1070C821}"/>
                  </a:ext>
                </a:extLst>
              </p:cNvPr>
              <p:cNvSpPr/>
              <p:nvPr/>
            </p:nvSpPr>
            <p:spPr>
              <a:xfrm>
                <a:off x="3176371" y="4595306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9E59040-BD4F-9EC7-3CF9-8BD4A801E1DD}"/>
                  </a:ext>
                </a:extLst>
              </p:cNvPr>
              <p:cNvSpPr txBox="1"/>
              <p:nvPr/>
            </p:nvSpPr>
            <p:spPr>
              <a:xfrm rot="5400000">
                <a:off x="3175534" y="3139619"/>
                <a:ext cx="412292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</a:p>
            </p:txBody>
          </p: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FBC1EA-0D9E-5DFF-C9C2-9402FD6581AD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3375270" y="1752742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676FB79-F8A9-AA64-872C-A7CC501F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5269" y="2187898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CC15AC3-BFC8-9623-6284-10F0BFCF0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7189" y="2636662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5A9EAF9-357F-E39A-446B-133B24AF2E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7188" y="3539455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33695B1-2A52-EB83-CB90-EF222F7D49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602" y="3986664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77C2F5C-50E6-C6A8-46B3-A2F5DA73BA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4183" y="4440677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E36F4AE-0399-A114-C081-1EB8226617C4}"/>
                </a:ext>
              </a:extLst>
            </p:cNvPr>
            <p:cNvCxnSpPr>
              <a:cxnSpLocks/>
              <a:stCxn id="7" idx="6"/>
              <a:endCxn id="18" idx="2"/>
            </p:cNvCxnSpPr>
            <p:nvPr/>
          </p:nvCxnSpPr>
          <p:spPr>
            <a:xfrm>
              <a:off x="3375270" y="1752742"/>
              <a:ext cx="562087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73AB821-FAD2-233F-3A23-7241053B9CEC}"/>
                </a:ext>
              </a:extLst>
            </p:cNvPr>
            <p:cNvCxnSpPr>
              <a:cxnSpLocks/>
            </p:cNvCxnSpPr>
            <p:nvPr/>
          </p:nvCxnSpPr>
          <p:spPr>
            <a:xfrm>
              <a:off x="3387187" y="2186712"/>
              <a:ext cx="562087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263583D-4175-C63F-918E-28F447CC5C1F}"/>
                </a:ext>
              </a:extLst>
            </p:cNvPr>
            <p:cNvCxnSpPr>
              <a:cxnSpLocks/>
              <a:stCxn id="9" idx="6"/>
              <a:endCxn id="23" idx="2"/>
            </p:cNvCxnSpPr>
            <p:nvPr/>
          </p:nvCxnSpPr>
          <p:spPr>
            <a:xfrm>
              <a:off x="3387189" y="2636662"/>
              <a:ext cx="550168" cy="45309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16A60AB-CBCF-AE75-88DE-6749D8DF6503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>
              <a:off x="3387186" y="3534567"/>
              <a:ext cx="578503" cy="458901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13CB00-10BB-2439-6115-F1A432EAB4DF}"/>
                </a:ext>
              </a:extLst>
            </p:cNvPr>
            <p:cNvCxnSpPr>
              <a:cxnSpLocks/>
            </p:cNvCxnSpPr>
            <p:nvPr/>
          </p:nvCxnSpPr>
          <p:spPr>
            <a:xfrm>
              <a:off x="3414182" y="3986735"/>
              <a:ext cx="562087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88EB4E7-AEF0-7408-1B67-B17163CCC3B4}"/>
                </a:ext>
              </a:extLst>
            </p:cNvPr>
            <p:cNvCxnSpPr>
              <a:cxnSpLocks/>
              <a:stCxn id="7" idx="6"/>
              <a:endCxn id="19" idx="2"/>
            </p:cNvCxnSpPr>
            <p:nvPr/>
          </p:nvCxnSpPr>
          <p:spPr>
            <a:xfrm>
              <a:off x="3375270" y="1752742"/>
              <a:ext cx="574006" cy="8839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750FE0A-3A9F-DC7A-EAF7-730F36CE288F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3384516" y="2187639"/>
              <a:ext cx="552841" cy="9021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E977DE7-4568-B09B-2869-4C84297B3901}"/>
                </a:ext>
              </a:extLst>
            </p:cNvPr>
            <p:cNvCxnSpPr>
              <a:cxnSpLocks/>
            </p:cNvCxnSpPr>
            <p:nvPr/>
          </p:nvCxnSpPr>
          <p:spPr>
            <a:xfrm>
              <a:off x="3393752" y="2646868"/>
              <a:ext cx="547287" cy="899391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DAE9365-7C28-D44A-4B05-12E976E69AF3}"/>
                </a:ext>
              </a:extLst>
            </p:cNvPr>
            <p:cNvCxnSpPr>
              <a:cxnSpLocks/>
            </p:cNvCxnSpPr>
            <p:nvPr/>
          </p:nvCxnSpPr>
          <p:spPr>
            <a:xfrm>
              <a:off x="3394899" y="3542857"/>
              <a:ext cx="574006" cy="8839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3F72812-6BBD-2419-9B14-1AE08A378CA6}"/>
                </a:ext>
              </a:extLst>
            </p:cNvPr>
            <p:cNvCxnSpPr>
              <a:cxnSpLocks/>
              <a:stCxn id="7" idx="6"/>
              <a:endCxn id="23" idx="2"/>
            </p:cNvCxnSpPr>
            <p:nvPr/>
          </p:nvCxnSpPr>
          <p:spPr>
            <a:xfrm>
              <a:off x="3375270" y="1752742"/>
              <a:ext cx="562087" cy="133701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C77B6B6-105E-7969-72CA-F6B5C21C7C8A}"/>
                </a:ext>
              </a:extLst>
            </p:cNvPr>
            <p:cNvCxnSpPr>
              <a:cxnSpLocks/>
              <a:stCxn id="8" idx="6"/>
              <a:endCxn id="20" idx="2"/>
            </p:cNvCxnSpPr>
            <p:nvPr/>
          </p:nvCxnSpPr>
          <p:spPr>
            <a:xfrm>
              <a:off x="3375270" y="2194702"/>
              <a:ext cx="574006" cy="134815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A18CD4F-D7B1-4F09-67FF-15F0405F8AD7}"/>
                </a:ext>
              </a:extLst>
            </p:cNvPr>
            <p:cNvCxnSpPr>
              <a:cxnSpLocks/>
              <a:stCxn id="7" idx="6"/>
              <a:endCxn id="20" idx="2"/>
            </p:cNvCxnSpPr>
            <p:nvPr/>
          </p:nvCxnSpPr>
          <p:spPr>
            <a:xfrm>
              <a:off x="3375270" y="1752742"/>
              <a:ext cx="574006" cy="179011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3391F75-384C-2CA2-323A-7C9184DF21CC}"/>
                </a:ext>
              </a:extLst>
            </p:cNvPr>
            <p:cNvCxnSpPr>
              <a:cxnSpLocks/>
              <a:stCxn id="7" idx="6"/>
              <a:endCxn id="21" idx="2"/>
            </p:cNvCxnSpPr>
            <p:nvPr/>
          </p:nvCxnSpPr>
          <p:spPr>
            <a:xfrm>
              <a:off x="3375270" y="1752742"/>
              <a:ext cx="590419" cy="224072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C47F73C-1D76-A07D-C731-47F49AAED702}"/>
                </a:ext>
              </a:extLst>
            </p:cNvPr>
            <p:cNvCxnSpPr>
              <a:cxnSpLocks/>
              <a:stCxn id="7" idx="6"/>
              <a:endCxn id="22" idx="2"/>
            </p:cNvCxnSpPr>
            <p:nvPr/>
          </p:nvCxnSpPr>
          <p:spPr>
            <a:xfrm>
              <a:off x="3375270" y="1752742"/>
              <a:ext cx="595305" cy="269133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A3E46A-F720-1B67-A91E-AC3E3E1F995E}"/>
                </a:ext>
              </a:extLst>
            </p:cNvPr>
            <p:cNvCxnSpPr>
              <a:cxnSpLocks/>
              <a:stCxn id="8" idx="6"/>
              <a:endCxn id="21" idx="2"/>
            </p:cNvCxnSpPr>
            <p:nvPr/>
          </p:nvCxnSpPr>
          <p:spPr>
            <a:xfrm>
              <a:off x="3375270" y="2194702"/>
              <a:ext cx="590419" cy="179876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93F8B0D-1B54-E4FF-2778-F4D7807F0442}"/>
                </a:ext>
              </a:extLst>
            </p:cNvPr>
            <p:cNvCxnSpPr>
              <a:cxnSpLocks/>
              <a:stCxn id="8" idx="6"/>
              <a:endCxn id="22" idx="2"/>
            </p:cNvCxnSpPr>
            <p:nvPr/>
          </p:nvCxnSpPr>
          <p:spPr>
            <a:xfrm>
              <a:off x="3375270" y="2194702"/>
              <a:ext cx="595305" cy="224937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4C458BA-60CA-14FE-40C1-83D9108DA3B5}"/>
                </a:ext>
              </a:extLst>
            </p:cNvPr>
            <p:cNvCxnSpPr>
              <a:cxnSpLocks/>
              <a:stCxn id="8" idx="6"/>
              <a:endCxn id="17" idx="2"/>
            </p:cNvCxnSpPr>
            <p:nvPr/>
          </p:nvCxnSpPr>
          <p:spPr>
            <a:xfrm flipV="1">
              <a:off x="3375270" y="1752742"/>
              <a:ext cx="562087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37497CE-4D40-DA7B-A3D8-1A5B480C6F25}"/>
                </a:ext>
              </a:extLst>
            </p:cNvPr>
            <p:cNvCxnSpPr>
              <a:cxnSpLocks/>
              <a:stCxn id="9" idx="6"/>
              <a:endCxn id="17" idx="2"/>
            </p:cNvCxnSpPr>
            <p:nvPr/>
          </p:nvCxnSpPr>
          <p:spPr>
            <a:xfrm flipV="1">
              <a:off x="3387189" y="1752742"/>
              <a:ext cx="550168" cy="8839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5525155-505B-4072-BA1D-05DE66875E7D}"/>
                </a:ext>
              </a:extLst>
            </p:cNvPr>
            <p:cNvCxnSpPr>
              <a:cxnSpLocks/>
              <a:stCxn id="9" idx="6"/>
              <a:endCxn id="18" idx="2"/>
            </p:cNvCxnSpPr>
            <p:nvPr/>
          </p:nvCxnSpPr>
          <p:spPr>
            <a:xfrm flipV="1">
              <a:off x="3387189" y="2194702"/>
              <a:ext cx="550168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CD3CA7B-3823-FA43-93AC-AF9293D1925F}"/>
                </a:ext>
              </a:extLst>
            </p:cNvPr>
            <p:cNvCxnSpPr>
              <a:cxnSpLocks/>
              <a:stCxn id="9" idx="6"/>
              <a:endCxn id="21" idx="2"/>
            </p:cNvCxnSpPr>
            <p:nvPr/>
          </p:nvCxnSpPr>
          <p:spPr>
            <a:xfrm>
              <a:off x="3387189" y="2636662"/>
              <a:ext cx="578500" cy="135680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F6CAD0-4F1B-420B-5AAE-385F439A63C0}"/>
                </a:ext>
              </a:extLst>
            </p:cNvPr>
            <p:cNvCxnSpPr>
              <a:cxnSpLocks/>
              <a:stCxn id="9" idx="6"/>
              <a:endCxn id="22" idx="2"/>
            </p:cNvCxnSpPr>
            <p:nvPr/>
          </p:nvCxnSpPr>
          <p:spPr>
            <a:xfrm>
              <a:off x="3387189" y="2636662"/>
              <a:ext cx="583386" cy="180741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2EBFD2B-EFBA-CD65-602D-6E1190D23438}"/>
                </a:ext>
              </a:extLst>
            </p:cNvPr>
            <p:cNvCxnSpPr>
              <a:cxnSpLocks/>
              <a:stCxn id="10" idx="6"/>
              <a:endCxn id="17" idx="2"/>
            </p:cNvCxnSpPr>
            <p:nvPr/>
          </p:nvCxnSpPr>
          <p:spPr>
            <a:xfrm flipV="1">
              <a:off x="3387189" y="1752742"/>
              <a:ext cx="550168" cy="179011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D2886DE-7A0A-1CEC-C6B7-F31E76043FEB}"/>
                </a:ext>
              </a:extLst>
            </p:cNvPr>
            <p:cNvCxnSpPr>
              <a:cxnSpLocks/>
              <a:stCxn id="10" idx="6"/>
              <a:endCxn id="18" idx="2"/>
            </p:cNvCxnSpPr>
            <p:nvPr/>
          </p:nvCxnSpPr>
          <p:spPr>
            <a:xfrm flipV="1">
              <a:off x="3387189" y="2194702"/>
              <a:ext cx="550168" cy="134815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BD4728E-AB39-41F2-9676-EE6AA9D0194E}"/>
                </a:ext>
              </a:extLst>
            </p:cNvPr>
            <p:cNvCxnSpPr>
              <a:cxnSpLocks/>
              <a:stCxn id="10" idx="6"/>
              <a:endCxn id="19" idx="2"/>
            </p:cNvCxnSpPr>
            <p:nvPr/>
          </p:nvCxnSpPr>
          <p:spPr>
            <a:xfrm flipV="1">
              <a:off x="3387189" y="2636662"/>
              <a:ext cx="562087" cy="90619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5B217E1-BC5C-FB8A-18F8-5D8B3D3A1D48}"/>
                </a:ext>
              </a:extLst>
            </p:cNvPr>
            <p:cNvCxnSpPr>
              <a:cxnSpLocks/>
              <a:stCxn id="10" idx="6"/>
              <a:endCxn id="23" idx="2"/>
            </p:cNvCxnSpPr>
            <p:nvPr/>
          </p:nvCxnSpPr>
          <p:spPr>
            <a:xfrm flipV="1">
              <a:off x="3387189" y="3089759"/>
              <a:ext cx="550168" cy="453098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45F312E-7BDB-375E-876C-F57B86BA1531}"/>
                </a:ext>
              </a:extLst>
            </p:cNvPr>
            <p:cNvCxnSpPr>
              <a:cxnSpLocks/>
              <a:stCxn id="11" idx="6"/>
              <a:endCxn id="17" idx="2"/>
            </p:cNvCxnSpPr>
            <p:nvPr/>
          </p:nvCxnSpPr>
          <p:spPr>
            <a:xfrm flipV="1">
              <a:off x="3403602" y="1752742"/>
              <a:ext cx="533755" cy="224072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5F836E8-A451-3827-E6F5-95B98E93FBCE}"/>
                </a:ext>
              </a:extLst>
            </p:cNvPr>
            <p:cNvCxnSpPr>
              <a:cxnSpLocks/>
              <a:stCxn id="11" idx="6"/>
              <a:endCxn id="18" idx="2"/>
            </p:cNvCxnSpPr>
            <p:nvPr/>
          </p:nvCxnSpPr>
          <p:spPr>
            <a:xfrm flipV="1">
              <a:off x="3403602" y="2194702"/>
              <a:ext cx="533755" cy="179876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004ADE6-45FE-8BC5-EE34-1F3FBBB88BC2}"/>
                </a:ext>
              </a:extLst>
            </p:cNvPr>
            <p:cNvCxnSpPr>
              <a:cxnSpLocks/>
              <a:stCxn id="11" idx="6"/>
              <a:endCxn id="19" idx="2"/>
            </p:cNvCxnSpPr>
            <p:nvPr/>
          </p:nvCxnSpPr>
          <p:spPr>
            <a:xfrm flipV="1">
              <a:off x="3403602" y="2636662"/>
              <a:ext cx="545674" cy="135680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D974E6CC-5563-122C-38FF-0D22E0CCD0D4}"/>
                </a:ext>
              </a:extLst>
            </p:cNvPr>
            <p:cNvCxnSpPr>
              <a:cxnSpLocks/>
              <a:stCxn id="11" idx="6"/>
              <a:endCxn id="23" idx="2"/>
            </p:cNvCxnSpPr>
            <p:nvPr/>
          </p:nvCxnSpPr>
          <p:spPr>
            <a:xfrm flipV="1">
              <a:off x="3403602" y="3089759"/>
              <a:ext cx="533755" cy="903709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4BE32B6C-D331-A5B3-06E2-11AE15D222CF}"/>
                </a:ext>
              </a:extLst>
            </p:cNvPr>
            <p:cNvCxnSpPr>
              <a:cxnSpLocks/>
              <a:stCxn id="11" idx="6"/>
              <a:endCxn id="20" idx="2"/>
            </p:cNvCxnSpPr>
            <p:nvPr/>
          </p:nvCxnSpPr>
          <p:spPr>
            <a:xfrm flipV="1">
              <a:off x="3403602" y="3542857"/>
              <a:ext cx="545674" cy="450611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A313F60C-E039-16F5-C777-8C2AF2478785}"/>
                </a:ext>
              </a:extLst>
            </p:cNvPr>
            <p:cNvCxnSpPr>
              <a:cxnSpLocks/>
              <a:stCxn id="12" idx="6"/>
              <a:endCxn id="17" idx="2"/>
            </p:cNvCxnSpPr>
            <p:nvPr/>
          </p:nvCxnSpPr>
          <p:spPr>
            <a:xfrm flipV="1">
              <a:off x="3408488" y="1752742"/>
              <a:ext cx="528869" cy="269133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E3C9109C-A0FD-BB89-644B-37C2356E6950}"/>
                </a:ext>
              </a:extLst>
            </p:cNvPr>
            <p:cNvCxnSpPr>
              <a:cxnSpLocks/>
              <a:stCxn id="12" idx="6"/>
              <a:endCxn id="18" idx="2"/>
            </p:cNvCxnSpPr>
            <p:nvPr/>
          </p:nvCxnSpPr>
          <p:spPr>
            <a:xfrm flipV="1">
              <a:off x="3408488" y="2194702"/>
              <a:ext cx="528869" cy="224937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5FE2D33-356B-1E41-DD9D-CE17F321097D}"/>
                </a:ext>
              </a:extLst>
            </p:cNvPr>
            <p:cNvCxnSpPr>
              <a:cxnSpLocks/>
              <a:stCxn id="12" idx="6"/>
              <a:endCxn id="19" idx="2"/>
            </p:cNvCxnSpPr>
            <p:nvPr/>
          </p:nvCxnSpPr>
          <p:spPr>
            <a:xfrm flipV="1">
              <a:off x="3408488" y="2636662"/>
              <a:ext cx="540788" cy="180741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45766A8-576C-E66C-32AA-E26A38EAD321}"/>
                </a:ext>
              </a:extLst>
            </p:cNvPr>
            <p:cNvCxnSpPr>
              <a:cxnSpLocks/>
              <a:stCxn id="12" idx="6"/>
              <a:endCxn id="23" idx="2"/>
            </p:cNvCxnSpPr>
            <p:nvPr/>
          </p:nvCxnSpPr>
          <p:spPr>
            <a:xfrm flipV="1">
              <a:off x="3408488" y="3089759"/>
              <a:ext cx="528869" cy="13543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FDCED02-6942-71B5-3582-29872178C150}"/>
                </a:ext>
              </a:extLst>
            </p:cNvPr>
            <p:cNvCxnSpPr>
              <a:cxnSpLocks/>
              <a:stCxn id="12" idx="6"/>
              <a:endCxn id="20" idx="2"/>
            </p:cNvCxnSpPr>
            <p:nvPr/>
          </p:nvCxnSpPr>
          <p:spPr>
            <a:xfrm flipV="1">
              <a:off x="3408488" y="3542857"/>
              <a:ext cx="540788" cy="901222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663773E-C7B0-3813-6470-94E612D096BF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 flipV="1">
              <a:off x="3408488" y="3993468"/>
              <a:ext cx="557201" cy="450611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09794EC2-5F25-6CC6-CB73-0950C68C081E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3363350" y="1752742"/>
              <a:ext cx="574007" cy="134351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E769EFC-C51E-A34A-4EB1-5BA6C1F73917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3375267" y="2194702"/>
              <a:ext cx="562090" cy="8972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6B15FBBE-4F78-9140-3A34-EC9527CA5BEC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flipV="1">
              <a:off x="3367030" y="2636662"/>
              <a:ext cx="582246" cy="44806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2825C13-E169-D6DA-D502-DEA86275E73E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3367028" y="3074375"/>
              <a:ext cx="570329" cy="1538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DF671888-D677-5DFA-425C-3239BEC7E804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>
              <a:off x="3367026" y="3082067"/>
              <a:ext cx="582250" cy="46079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0D2572A4-C056-AC43-52FC-81D67E231549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>
              <a:off x="3367024" y="3096252"/>
              <a:ext cx="598665" cy="89721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2894438-8C84-F744-09B6-A13EF402B4FA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3367022" y="3096252"/>
              <a:ext cx="603553" cy="134782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5CF11D67-D4C8-0319-EB65-769D36213B7D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2535817" y="3349058"/>
            <a:ext cx="975359" cy="153909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88CE1B8-431F-9C52-4E25-F63DEC2BEE00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 flipV="1">
            <a:off x="2535805" y="4232978"/>
            <a:ext cx="987278" cy="65517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D264F063-6BF2-08E4-B877-46006C953BBB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 flipV="1">
            <a:off x="2535817" y="4686087"/>
            <a:ext cx="975359" cy="20208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1CD5FA0-7A8F-467F-6FE5-54EFC12EFF24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2535805" y="4888168"/>
            <a:ext cx="987278" cy="25101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B2E7B5C-4204-F259-F9E3-03F7D93AB32C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>
            <a:off x="2535817" y="4888156"/>
            <a:ext cx="1003691" cy="70162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0FFD895-E624-5DBA-DECA-AE242B8E4B56}"/>
              </a:ext>
            </a:extLst>
          </p:cNvPr>
          <p:cNvCxnSpPr>
            <a:cxnSpLocks/>
            <a:stCxn id="5" idx="6"/>
            <a:endCxn id="12" idx="2"/>
          </p:cNvCxnSpPr>
          <p:nvPr/>
        </p:nvCxnSpPr>
        <p:spPr>
          <a:xfrm>
            <a:off x="2535817" y="4888168"/>
            <a:ext cx="1008577" cy="115223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F56E5E1E-317E-D577-B408-D504ED9ADD36}"/>
              </a:ext>
            </a:extLst>
          </p:cNvPr>
          <p:cNvSpPr txBox="1"/>
          <p:nvPr/>
        </p:nvSpPr>
        <p:spPr>
          <a:xfrm>
            <a:off x="3037662" y="6798613"/>
            <a:ext cx="192728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Shared Encoder</a:t>
            </a:r>
          </a:p>
          <a:p>
            <a:pPr algn="ctr"/>
            <a:r>
              <a:rPr lang="en-US" sz="1000" dirty="0"/>
              <a:t>32 + 32</a:t>
            </a:r>
          </a:p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27519A0F-35EA-5E38-7C53-65DD01F86546}"/>
                  </a:ext>
                </a:extLst>
              </p:cNvPr>
              <p:cNvSpPr txBox="1"/>
              <p:nvPr/>
            </p:nvSpPr>
            <p:spPr>
              <a:xfrm>
                <a:off x="1046183" y="2809440"/>
                <a:ext cx="1104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Species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27519A0F-35EA-5E38-7C53-65DD01F86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183" y="2809440"/>
                <a:ext cx="1104085" cy="369332"/>
              </a:xfrm>
              <a:prstGeom prst="rect">
                <a:avLst/>
              </a:prstGeom>
              <a:blipFill>
                <a:blip r:embed="rId3"/>
                <a:stretch>
                  <a:fillRect l="-454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Oval 269">
            <a:extLst>
              <a:ext uri="{FF2B5EF4-FFF2-40B4-BE49-F238E27FC236}">
                <a16:creationId xmlns:a16="http://schemas.microsoft.com/office/drawing/2014/main" id="{8CBDF636-D97A-988C-D704-AE2CBF68A68B}"/>
              </a:ext>
            </a:extLst>
          </p:cNvPr>
          <p:cNvSpPr/>
          <p:nvPr/>
        </p:nvSpPr>
        <p:spPr>
          <a:xfrm>
            <a:off x="6748158" y="1085124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0CB57276-BABC-E633-91BC-CE70AD75424B}"/>
              </a:ext>
            </a:extLst>
          </p:cNvPr>
          <p:cNvSpPr/>
          <p:nvPr/>
        </p:nvSpPr>
        <p:spPr>
          <a:xfrm>
            <a:off x="6748158" y="1682977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718300DE-0AB9-1CA9-91C2-3C002E8584F3}"/>
              </a:ext>
            </a:extLst>
          </p:cNvPr>
          <p:cNvCxnSpPr>
            <a:cxnSpLocks/>
            <a:stCxn id="17" idx="6"/>
            <a:endCxn id="270" idx="2"/>
          </p:cNvCxnSpPr>
          <p:nvPr/>
        </p:nvCxnSpPr>
        <p:spPr>
          <a:xfrm flipV="1">
            <a:off x="4621903" y="1222284"/>
            <a:ext cx="2126263" cy="212677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650ADFEC-7863-FA00-E6B3-5F81732C04CD}"/>
              </a:ext>
            </a:extLst>
          </p:cNvPr>
          <p:cNvCxnSpPr>
            <a:cxnSpLocks/>
            <a:endCxn id="271" idx="2"/>
          </p:cNvCxnSpPr>
          <p:nvPr/>
        </p:nvCxnSpPr>
        <p:spPr>
          <a:xfrm flipV="1">
            <a:off x="4621903" y="1820145"/>
            <a:ext cx="2126263" cy="152892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ED9CD21B-ACA7-7020-FE07-B43AA46F1CA6}"/>
              </a:ext>
            </a:extLst>
          </p:cNvPr>
          <p:cNvCxnSpPr>
            <a:cxnSpLocks/>
            <a:stCxn id="18" idx="6"/>
            <a:endCxn id="270" idx="2"/>
          </p:cNvCxnSpPr>
          <p:nvPr/>
        </p:nvCxnSpPr>
        <p:spPr>
          <a:xfrm flipV="1">
            <a:off x="4621903" y="1222284"/>
            <a:ext cx="2126263" cy="256873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B4F81A3D-9F15-20D0-5891-67179DE51236}"/>
              </a:ext>
            </a:extLst>
          </p:cNvPr>
          <p:cNvCxnSpPr>
            <a:cxnSpLocks/>
            <a:stCxn id="18" idx="6"/>
            <a:endCxn id="271" idx="2"/>
          </p:cNvCxnSpPr>
          <p:nvPr/>
        </p:nvCxnSpPr>
        <p:spPr>
          <a:xfrm flipV="1">
            <a:off x="4621903" y="1820145"/>
            <a:ext cx="2126263" cy="197088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660E99FC-8276-550A-D436-683506E6E614}"/>
              </a:ext>
            </a:extLst>
          </p:cNvPr>
          <p:cNvCxnSpPr>
            <a:cxnSpLocks/>
            <a:stCxn id="19" idx="6"/>
            <a:endCxn id="270" idx="2"/>
          </p:cNvCxnSpPr>
          <p:nvPr/>
        </p:nvCxnSpPr>
        <p:spPr>
          <a:xfrm flipV="1">
            <a:off x="4633814" y="1222284"/>
            <a:ext cx="2114344" cy="301069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C7D3622-C5A2-A6BC-7C07-9156F754ABA6}"/>
              </a:ext>
            </a:extLst>
          </p:cNvPr>
          <p:cNvCxnSpPr>
            <a:cxnSpLocks/>
            <a:stCxn id="19" idx="6"/>
            <a:endCxn id="271" idx="2"/>
          </p:cNvCxnSpPr>
          <p:nvPr/>
        </p:nvCxnSpPr>
        <p:spPr>
          <a:xfrm flipV="1">
            <a:off x="4633814" y="1820145"/>
            <a:ext cx="2114344" cy="241284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CB3E136C-ECE0-B7B1-3502-C45888C7A071}"/>
              </a:ext>
            </a:extLst>
          </p:cNvPr>
          <p:cNvCxnSpPr>
            <a:cxnSpLocks/>
            <a:endCxn id="270" idx="2"/>
          </p:cNvCxnSpPr>
          <p:nvPr/>
        </p:nvCxnSpPr>
        <p:spPr>
          <a:xfrm flipV="1">
            <a:off x="4621903" y="1222292"/>
            <a:ext cx="2126263" cy="346379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F00219B2-CC11-F516-9F40-1B126AE954EE}"/>
              </a:ext>
            </a:extLst>
          </p:cNvPr>
          <p:cNvCxnSpPr>
            <a:cxnSpLocks/>
            <a:endCxn id="271" idx="2"/>
          </p:cNvCxnSpPr>
          <p:nvPr/>
        </p:nvCxnSpPr>
        <p:spPr>
          <a:xfrm flipV="1">
            <a:off x="4633814" y="1820137"/>
            <a:ext cx="2114344" cy="286593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5F30F4E4-DF9C-87BB-F91C-0457DB7B5BDA}"/>
              </a:ext>
            </a:extLst>
          </p:cNvPr>
          <p:cNvCxnSpPr>
            <a:cxnSpLocks/>
            <a:stCxn id="20" idx="6"/>
            <a:endCxn id="270" idx="2"/>
          </p:cNvCxnSpPr>
          <p:nvPr/>
        </p:nvCxnSpPr>
        <p:spPr>
          <a:xfrm flipV="1">
            <a:off x="4633814" y="1222292"/>
            <a:ext cx="2114344" cy="391689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40D550D6-C527-5FDE-A5E9-2A8C324DA324}"/>
              </a:ext>
            </a:extLst>
          </p:cNvPr>
          <p:cNvCxnSpPr>
            <a:cxnSpLocks/>
            <a:stCxn id="20" idx="6"/>
            <a:endCxn id="271" idx="2"/>
          </p:cNvCxnSpPr>
          <p:nvPr/>
        </p:nvCxnSpPr>
        <p:spPr>
          <a:xfrm flipV="1">
            <a:off x="4633814" y="1820137"/>
            <a:ext cx="2114344" cy="33190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1A45A02C-B87D-3154-F659-5B0EEBE1B517}"/>
              </a:ext>
            </a:extLst>
          </p:cNvPr>
          <p:cNvCxnSpPr>
            <a:cxnSpLocks/>
            <a:stCxn id="21" idx="6"/>
            <a:endCxn id="270" idx="2"/>
          </p:cNvCxnSpPr>
          <p:nvPr/>
        </p:nvCxnSpPr>
        <p:spPr>
          <a:xfrm flipV="1">
            <a:off x="4650235" y="1222284"/>
            <a:ext cx="2097931" cy="436750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EBD48D9F-640E-9307-7C47-FFED5639E2E0}"/>
              </a:ext>
            </a:extLst>
          </p:cNvPr>
          <p:cNvCxnSpPr>
            <a:cxnSpLocks/>
            <a:endCxn id="271" idx="2"/>
          </p:cNvCxnSpPr>
          <p:nvPr/>
        </p:nvCxnSpPr>
        <p:spPr>
          <a:xfrm flipV="1">
            <a:off x="4650235" y="1820145"/>
            <a:ext cx="2097931" cy="377973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7A9E9527-0C7E-0933-BA09-070078D38599}"/>
              </a:ext>
            </a:extLst>
          </p:cNvPr>
          <p:cNvCxnSpPr>
            <a:cxnSpLocks/>
            <a:stCxn id="22" idx="6"/>
            <a:endCxn id="270" idx="2"/>
          </p:cNvCxnSpPr>
          <p:nvPr/>
        </p:nvCxnSpPr>
        <p:spPr>
          <a:xfrm flipV="1">
            <a:off x="4655121" y="1222292"/>
            <a:ext cx="2093045" cy="481811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DCD8F96E-95AA-42CE-834C-211E5B9A6E87}"/>
              </a:ext>
            </a:extLst>
          </p:cNvPr>
          <p:cNvCxnSpPr>
            <a:cxnSpLocks/>
            <a:stCxn id="22" idx="6"/>
            <a:endCxn id="271" idx="2"/>
          </p:cNvCxnSpPr>
          <p:nvPr/>
        </p:nvCxnSpPr>
        <p:spPr>
          <a:xfrm flipV="1">
            <a:off x="4655121" y="1820137"/>
            <a:ext cx="2093045" cy="422026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Rounded Rectangle 314">
            <a:extLst>
              <a:ext uri="{FF2B5EF4-FFF2-40B4-BE49-F238E27FC236}">
                <a16:creationId xmlns:a16="http://schemas.microsoft.com/office/drawing/2014/main" id="{C1B0C054-F12E-58E1-356E-B38878C7C619}"/>
              </a:ext>
            </a:extLst>
          </p:cNvPr>
          <p:cNvSpPr/>
          <p:nvPr/>
        </p:nvSpPr>
        <p:spPr>
          <a:xfrm>
            <a:off x="6608932" y="969001"/>
            <a:ext cx="543300" cy="11331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566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9020FD52-FD89-282F-B344-6C9BFAACD9EC}"/>
              </a:ext>
            </a:extLst>
          </p:cNvPr>
          <p:cNvSpPr txBox="1"/>
          <p:nvPr/>
        </p:nvSpPr>
        <p:spPr>
          <a:xfrm>
            <a:off x="6506222" y="2157727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 err="1"/>
              <a:t>grow_head</a:t>
            </a:r>
            <a:endParaRPr lang="en-US" sz="10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D8EA919A-824C-F500-FD3B-F532B7787A94}"/>
                  </a:ext>
                </a:extLst>
              </p:cNvPr>
              <p:cNvSpPr txBox="1"/>
              <p:nvPr/>
            </p:nvSpPr>
            <p:spPr>
              <a:xfrm>
                <a:off x="7568175" y="1238435"/>
                <a:ext cx="2047035" cy="531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score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for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choosing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score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for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choosing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D8EA919A-824C-F500-FD3B-F532B7787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75" y="1238435"/>
                <a:ext cx="2047035" cy="531877"/>
              </a:xfrm>
              <a:prstGeom prst="rect">
                <a:avLst/>
              </a:prstGeom>
              <a:blipFill>
                <a:blip r:embed="rId4"/>
                <a:stretch>
                  <a:fillRect l="-1235" t="-9302" r="-2469" b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0" name="Left Brace 319">
            <a:extLst>
              <a:ext uri="{FF2B5EF4-FFF2-40B4-BE49-F238E27FC236}">
                <a16:creationId xmlns:a16="http://schemas.microsoft.com/office/drawing/2014/main" id="{787B1634-EB87-4BBF-83F7-50DC44DA5AB0}"/>
              </a:ext>
            </a:extLst>
          </p:cNvPr>
          <p:cNvSpPr/>
          <p:nvPr/>
        </p:nvSpPr>
        <p:spPr>
          <a:xfrm>
            <a:off x="7298419" y="1238434"/>
            <a:ext cx="269748" cy="53187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8430739D-DC56-1628-3E57-734621F58296}"/>
              </a:ext>
            </a:extLst>
          </p:cNvPr>
          <p:cNvSpPr/>
          <p:nvPr/>
        </p:nvSpPr>
        <p:spPr>
          <a:xfrm>
            <a:off x="6748158" y="4524482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E35C2D16-45B6-9343-95CF-DE47A0B5F57C}"/>
              </a:ext>
            </a:extLst>
          </p:cNvPr>
          <p:cNvCxnSpPr>
            <a:cxnSpLocks/>
            <a:stCxn id="22" idx="6"/>
            <a:endCxn id="321" idx="2"/>
          </p:cNvCxnSpPr>
          <p:nvPr/>
        </p:nvCxnSpPr>
        <p:spPr>
          <a:xfrm flipV="1">
            <a:off x="4655121" y="4661650"/>
            <a:ext cx="2093045" cy="137875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BC9E7521-E97F-34FA-FC3D-36F212AC9C3B}"/>
              </a:ext>
            </a:extLst>
          </p:cNvPr>
          <p:cNvCxnSpPr>
            <a:cxnSpLocks/>
            <a:stCxn id="321" idx="2"/>
            <a:endCxn id="21" idx="6"/>
          </p:cNvCxnSpPr>
          <p:nvPr/>
        </p:nvCxnSpPr>
        <p:spPr>
          <a:xfrm flipH="1">
            <a:off x="4650235" y="4661642"/>
            <a:ext cx="2097931" cy="92814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F2962522-7F09-E286-1759-88C060D28846}"/>
              </a:ext>
            </a:extLst>
          </p:cNvPr>
          <p:cNvCxnSpPr>
            <a:cxnSpLocks/>
            <a:stCxn id="321" idx="2"/>
          </p:cNvCxnSpPr>
          <p:nvPr/>
        </p:nvCxnSpPr>
        <p:spPr>
          <a:xfrm flipH="1">
            <a:off x="4633810" y="4661650"/>
            <a:ext cx="2114348" cy="2063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3C029DB-DADB-AF6D-EABF-2F6029EA3183}"/>
              </a:ext>
            </a:extLst>
          </p:cNvPr>
          <p:cNvCxnSpPr>
            <a:cxnSpLocks/>
            <a:stCxn id="321" idx="2"/>
            <a:endCxn id="19" idx="6"/>
          </p:cNvCxnSpPr>
          <p:nvPr/>
        </p:nvCxnSpPr>
        <p:spPr>
          <a:xfrm flipH="1" flipV="1">
            <a:off x="4633814" y="4232982"/>
            <a:ext cx="2114344" cy="4286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01BDA097-3FA4-E938-BC55-F0C0A38B2865}"/>
              </a:ext>
            </a:extLst>
          </p:cNvPr>
          <p:cNvCxnSpPr>
            <a:cxnSpLocks/>
            <a:stCxn id="321" idx="2"/>
            <a:endCxn id="20" idx="6"/>
          </p:cNvCxnSpPr>
          <p:nvPr/>
        </p:nvCxnSpPr>
        <p:spPr>
          <a:xfrm flipH="1">
            <a:off x="4633814" y="4661650"/>
            <a:ext cx="2114344" cy="47753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6C5994B5-41B5-B947-0CFF-3A4F85CCDF7A}"/>
              </a:ext>
            </a:extLst>
          </p:cNvPr>
          <p:cNvCxnSpPr>
            <a:cxnSpLocks/>
            <a:stCxn id="321" idx="2"/>
            <a:endCxn id="18" idx="6"/>
          </p:cNvCxnSpPr>
          <p:nvPr/>
        </p:nvCxnSpPr>
        <p:spPr>
          <a:xfrm flipH="1" flipV="1">
            <a:off x="4621903" y="3791022"/>
            <a:ext cx="2126263" cy="8706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CE9A745B-DB75-6315-55FE-4C132B2CBD39}"/>
              </a:ext>
            </a:extLst>
          </p:cNvPr>
          <p:cNvCxnSpPr>
            <a:cxnSpLocks/>
            <a:stCxn id="321" idx="2"/>
            <a:endCxn id="17" idx="6"/>
          </p:cNvCxnSpPr>
          <p:nvPr/>
        </p:nvCxnSpPr>
        <p:spPr>
          <a:xfrm flipH="1" flipV="1">
            <a:off x="4621903" y="3349062"/>
            <a:ext cx="2126263" cy="13125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E7C6BA36-2EFB-A88B-38AC-D8E421FD682E}"/>
              </a:ext>
            </a:extLst>
          </p:cNvPr>
          <p:cNvSpPr/>
          <p:nvPr/>
        </p:nvSpPr>
        <p:spPr>
          <a:xfrm>
            <a:off x="6629232" y="4388824"/>
            <a:ext cx="543300" cy="526117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566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88664CE6-3818-B8A5-F855-AB84611F8A89}"/>
              </a:ext>
            </a:extLst>
          </p:cNvPr>
          <p:cNvSpPr/>
          <p:nvPr/>
        </p:nvSpPr>
        <p:spPr>
          <a:xfrm>
            <a:off x="2261485" y="8908413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01A54D5F-C4B1-924A-1548-2C1D41FC6CDD}"/>
              </a:ext>
            </a:extLst>
          </p:cNvPr>
          <p:cNvSpPr/>
          <p:nvPr/>
        </p:nvSpPr>
        <p:spPr>
          <a:xfrm>
            <a:off x="2261485" y="9359422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0BE66C8D-EC44-7A9D-038D-821EF1F95FE4}"/>
              </a:ext>
            </a:extLst>
          </p:cNvPr>
          <p:cNvCxnSpPr>
            <a:cxnSpLocks/>
            <a:stCxn id="412" idx="2"/>
            <a:endCxn id="344" idx="6"/>
          </p:cNvCxnSpPr>
          <p:nvPr/>
        </p:nvCxnSpPr>
        <p:spPr>
          <a:xfrm flipH="1">
            <a:off x="2535817" y="7957496"/>
            <a:ext cx="975359" cy="108808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379908E3-40D5-C430-BD99-D0AF8D47C1A1}"/>
              </a:ext>
            </a:extLst>
          </p:cNvPr>
          <p:cNvCxnSpPr>
            <a:cxnSpLocks/>
            <a:stCxn id="344" idx="6"/>
            <a:endCxn id="413" idx="2"/>
          </p:cNvCxnSpPr>
          <p:nvPr/>
        </p:nvCxnSpPr>
        <p:spPr>
          <a:xfrm flipV="1">
            <a:off x="2535817" y="8399456"/>
            <a:ext cx="975359" cy="64612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CDD50B6C-AD24-203A-D2DE-446C75F34303}"/>
              </a:ext>
            </a:extLst>
          </p:cNvPr>
          <p:cNvCxnSpPr>
            <a:cxnSpLocks/>
            <a:stCxn id="344" idx="6"/>
            <a:endCxn id="414" idx="2"/>
          </p:cNvCxnSpPr>
          <p:nvPr/>
        </p:nvCxnSpPr>
        <p:spPr>
          <a:xfrm flipV="1">
            <a:off x="2535805" y="8841416"/>
            <a:ext cx="987278" cy="20416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7D49B14F-53D7-84A6-7E7C-56443E0E8237}"/>
              </a:ext>
            </a:extLst>
          </p:cNvPr>
          <p:cNvCxnSpPr>
            <a:cxnSpLocks/>
            <a:stCxn id="344" idx="6"/>
            <a:endCxn id="418" idx="2"/>
          </p:cNvCxnSpPr>
          <p:nvPr/>
        </p:nvCxnSpPr>
        <p:spPr>
          <a:xfrm>
            <a:off x="2535817" y="9045573"/>
            <a:ext cx="975359" cy="24892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EE5B07C9-9537-EB2F-E59F-18AE2BE5EC95}"/>
              </a:ext>
            </a:extLst>
          </p:cNvPr>
          <p:cNvCxnSpPr>
            <a:cxnSpLocks/>
            <a:stCxn id="344" idx="6"/>
            <a:endCxn id="415" idx="2"/>
          </p:cNvCxnSpPr>
          <p:nvPr/>
        </p:nvCxnSpPr>
        <p:spPr>
          <a:xfrm>
            <a:off x="2535805" y="9045573"/>
            <a:ext cx="987278" cy="70202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33E1EFF7-99E4-8AAB-1522-248B37048024}"/>
              </a:ext>
            </a:extLst>
          </p:cNvPr>
          <p:cNvCxnSpPr>
            <a:cxnSpLocks/>
            <a:stCxn id="344" idx="6"/>
            <a:endCxn id="416" idx="2"/>
          </p:cNvCxnSpPr>
          <p:nvPr/>
        </p:nvCxnSpPr>
        <p:spPr>
          <a:xfrm>
            <a:off x="2535817" y="9045585"/>
            <a:ext cx="1003691" cy="115263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7F95D8ED-4470-138F-EF2A-B01F4467E0DD}"/>
              </a:ext>
            </a:extLst>
          </p:cNvPr>
          <p:cNvCxnSpPr>
            <a:cxnSpLocks/>
            <a:stCxn id="344" idx="6"/>
            <a:endCxn id="417" idx="2"/>
          </p:cNvCxnSpPr>
          <p:nvPr/>
        </p:nvCxnSpPr>
        <p:spPr>
          <a:xfrm>
            <a:off x="2535817" y="9045573"/>
            <a:ext cx="1008577" cy="160324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312FF87B-97D9-B616-AB00-25630DBA349A}"/>
              </a:ext>
            </a:extLst>
          </p:cNvPr>
          <p:cNvGrpSpPr/>
          <p:nvPr/>
        </p:nvGrpSpPr>
        <p:grpSpPr>
          <a:xfrm>
            <a:off x="3511176" y="7820336"/>
            <a:ext cx="1313461" cy="2965657"/>
            <a:chOff x="3100950" y="1615582"/>
            <a:chExt cx="1313461" cy="2965657"/>
          </a:xfrm>
        </p:grpSpPr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84AFCBE5-C15E-A9D4-FCFA-AE8275C72AD6}"/>
                </a:ext>
              </a:extLst>
            </p:cNvPr>
            <p:cNvGrpSpPr/>
            <p:nvPr/>
          </p:nvGrpSpPr>
          <p:grpSpPr>
            <a:xfrm>
              <a:off x="3100950" y="1615582"/>
              <a:ext cx="477054" cy="2965657"/>
              <a:chOff x="3143153" y="1903969"/>
              <a:chExt cx="477054" cy="2965657"/>
            </a:xfrm>
          </p:grpSpPr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D4A41F6D-27DD-44BD-6E2D-9D085F41E557}"/>
                  </a:ext>
                </a:extLst>
              </p:cNvPr>
              <p:cNvSpPr/>
              <p:nvPr/>
            </p:nvSpPr>
            <p:spPr>
              <a:xfrm>
                <a:off x="3143153" y="190396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3" name="Oval 412">
                <a:extLst>
                  <a:ext uri="{FF2B5EF4-FFF2-40B4-BE49-F238E27FC236}">
                    <a16:creationId xmlns:a16="http://schemas.microsoft.com/office/drawing/2014/main" id="{37CDF2B0-3A23-B0C8-7412-84583CDDA6D6}"/>
                  </a:ext>
                </a:extLst>
              </p:cNvPr>
              <p:cNvSpPr/>
              <p:nvPr/>
            </p:nvSpPr>
            <p:spPr>
              <a:xfrm>
                <a:off x="3143153" y="234592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4" name="Oval 413">
                <a:extLst>
                  <a:ext uri="{FF2B5EF4-FFF2-40B4-BE49-F238E27FC236}">
                    <a16:creationId xmlns:a16="http://schemas.microsoft.com/office/drawing/2014/main" id="{CB60F2AD-6F83-9AAF-C6DE-7EC20C5C5899}"/>
                  </a:ext>
                </a:extLst>
              </p:cNvPr>
              <p:cNvSpPr/>
              <p:nvPr/>
            </p:nvSpPr>
            <p:spPr>
              <a:xfrm>
                <a:off x="3155072" y="278788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5" name="Oval 414">
                <a:extLst>
                  <a:ext uri="{FF2B5EF4-FFF2-40B4-BE49-F238E27FC236}">
                    <a16:creationId xmlns:a16="http://schemas.microsoft.com/office/drawing/2014/main" id="{8D2DADB4-D636-E57B-9743-776830663343}"/>
                  </a:ext>
                </a:extLst>
              </p:cNvPr>
              <p:cNvSpPr/>
              <p:nvPr/>
            </p:nvSpPr>
            <p:spPr>
              <a:xfrm>
                <a:off x="3155072" y="3694084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2A0B4B1A-44F1-F38F-2CE0-AEF7AAA6ACD2}"/>
                  </a:ext>
                </a:extLst>
              </p:cNvPr>
              <p:cNvSpPr/>
              <p:nvPr/>
            </p:nvSpPr>
            <p:spPr>
              <a:xfrm>
                <a:off x="3171485" y="4144695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FD8A99BD-6DE9-9698-122D-5E2243A4977A}"/>
                  </a:ext>
                </a:extLst>
              </p:cNvPr>
              <p:cNvSpPr/>
              <p:nvPr/>
            </p:nvSpPr>
            <p:spPr>
              <a:xfrm>
                <a:off x="3176371" y="4595306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FC009027-2CEF-B2B7-38E7-53210E40B6D2}"/>
                  </a:ext>
                </a:extLst>
              </p:cNvPr>
              <p:cNvSpPr txBox="1"/>
              <p:nvPr/>
            </p:nvSpPr>
            <p:spPr>
              <a:xfrm rot="5400000">
                <a:off x="3175534" y="3139619"/>
                <a:ext cx="412292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</a:p>
            </p:txBody>
          </p:sp>
        </p:grp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F87B822D-A0F3-1D68-46BD-89A9B31A7345}"/>
                </a:ext>
              </a:extLst>
            </p:cNvPr>
            <p:cNvGrpSpPr/>
            <p:nvPr/>
          </p:nvGrpSpPr>
          <p:grpSpPr>
            <a:xfrm>
              <a:off x="3937357" y="1615582"/>
              <a:ext cx="477054" cy="2965657"/>
              <a:chOff x="3143153" y="1903969"/>
              <a:chExt cx="477054" cy="2965657"/>
            </a:xfrm>
          </p:grpSpPr>
          <p:sp>
            <p:nvSpPr>
              <p:cNvPr id="405" name="Oval 404">
                <a:extLst>
                  <a:ext uri="{FF2B5EF4-FFF2-40B4-BE49-F238E27FC236}">
                    <a16:creationId xmlns:a16="http://schemas.microsoft.com/office/drawing/2014/main" id="{DC33168C-EF38-C36D-A67D-F5230E5743E6}"/>
                  </a:ext>
                </a:extLst>
              </p:cNvPr>
              <p:cNvSpPr/>
              <p:nvPr/>
            </p:nvSpPr>
            <p:spPr>
              <a:xfrm>
                <a:off x="3143153" y="190396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3BCA4E1E-10BB-487E-AAF6-97818745952A}"/>
                  </a:ext>
                </a:extLst>
              </p:cNvPr>
              <p:cNvSpPr/>
              <p:nvPr/>
            </p:nvSpPr>
            <p:spPr>
              <a:xfrm>
                <a:off x="3143153" y="234592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7" name="Oval 406">
                <a:extLst>
                  <a:ext uri="{FF2B5EF4-FFF2-40B4-BE49-F238E27FC236}">
                    <a16:creationId xmlns:a16="http://schemas.microsoft.com/office/drawing/2014/main" id="{3AAAA519-D638-21C7-18C1-AB9DFA22A736}"/>
                  </a:ext>
                </a:extLst>
              </p:cNvPr>
              <p:cNvSpPr/>
              <p:nvPr/>
            </p:nvSpPr>
            <p:spPr>
              <a:xfrm>
                <a:off x="3155072" y="2787889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6294B10A-7E8E-3543-5B11-9BCE3F691BAF}"/>
                  </a:ext>
                </a:extLst>
              </p:cNvPr>
              <p:cNvSpPr/>
              <p:nvPr/>
            </p:nvSpPr>
            <p:spPr>
              <a:xfrm>
                <a:off x="3155072" y="3694084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95A61A3-99E5-A32E-E903-890D56AD352E}"/>
                  </a:ext>
                </a:extLst>
              </p:cNvPr>
              <p:cNvSpPr/>
              <p:nvPr/>
            </p:nvSpPr>
            <p:spPr>
              <a:xfrm>
                <a:off x="3171485" y="4144695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91501031-C54B-2BF1-234E-36B528C61DFD}"/>
                  </a:ext>
                </a:extLst>
              </p:cNvPr>
              <p:cNvSpPr/>
              <p:nvPr/>
            </p:nvSpPr>
            <p:spPr>
              <a:xfrm>
                <a:off x="3176371" y="4595306"/>
                <a:ext cx="274320" cy="27432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4593EAA5-52FE-9302-3F7A-3DDD7A54DB21}"/>
                  </a:ext>
                </a:extLst>
              </p:cNvPr>
              <p:cNvSpPr txBox="1"/>
              <p:nvPr/>
            </p:nvSpPr>
            <p:spPr>
              <a:xfrm rot="5400000">
                <a:off x="3175534" y="3139619"/>
                <a:ext cx="412292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</a:p>
            </p:txBody>
          </p:sp>
        </p:grp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43C2E894-8071-C002-C825-0A48B24567FA}"/>
                </a:ext>
              </a:extLst>
            </p:cNvPr>
            <p:cNvCxnSpPr>
              <a:cxnSpLocks/>
              <a:endCxn id="405" idx="2"/>
            </p:cNvCxnSpPr>
            <p:nvPr/>
          </p:nvCxnSpPr>
          <p:spPr>
            <a:xfrm flipV="1">
              <a:off x="3375270" y="1752742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B00304A9-EF4C-BE6B-4B45-E4ED5736D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5269" y="2187898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A83F380B-7C85-67D1-882A-394EE049C1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7189" y="2636662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6F3A156C-36D5-19D9-35F2-A93AFE3F3D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7188" y="3539455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8A6DB44D-9DFE-D35D-5EDE-68E5C66021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602" y="3986664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5919DE69-2AAE-91D3-0F57-34BA71465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4183" y="4440677"/>
              <a:ext cx="562087" cy="680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01502B9D-A751-287C-A006-FB94B40506F5}"/>
                </a:ext>
              </a:extLst>
            </p:cNvPr>
            <p:cNvCxnSpPr>
              <a:cxnSpLocks/>
              <a:stCxn id="412" idx="6"/>
              <a:endCxn id="406" idx="2"/>
            </p:cNvCxnSpPr>
            <p:nvPr/>
          </p:nvCxnSpPr>
          <p:spPr>
            <a:xfrm>
              <a:off x="3375270" y="1752742"/>
              <a:ext cx="562087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33F6DFCE-D6B9-A192-7278-A552862F8F87}"/>
                </a:ext>
              </a:extLst>
            </p:cNvPr>
            <p:cNvCxnSpPr>
              <a:cxnSpLocks/>
            </p:cNvCxnSpPr>
            <p:nvPr/>
          </p:nvCxnSpPr>
          <p:spPr>
            <a:xfrm>
              <a:off x="3387187" y="2186712"/>
              <a:ext cx="562087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16ADAFC8-A549-7146-DFFD-9AA305939B25}"/>
                </a:ext>
              </a:extLst>
            </p:cNvPr>
            <p:cNvCxnSpPr>
              <a:cxnSpLocks/>
              <a:stCxn id="414" idx="6"/>
              <a:endCxn id="411" idx="2"/>
            </p:cNvCxnSpPr>
            <p:nvPr/>
          </p:nvCxnSpPr>
          <p:spPr>
            <a:xfrm>
              <a:off x="3387189" y="2636662"/>
              <a:ext cx="550168" cy="45309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2653815E-E8A7-A44B-477C-96B41AC78F06}"/>
                </a:ext>
              </a:extLst>
            </p:cNvPr>
            <p:cNvCxnSpPr>
              <a:cxnSpLocks/>
              <a:endCxn id="409" idx="2"/>
            </p:cNvCxnSpPr>
            <p:nvPr/>
          </p:nvCxnSpPr>
          <p:spPr>
            <a:xfrm>
              <a:off x="3387186" y="3534567"/>
              <a:ext cx="578503" cy="458901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4433ED7C-A22F-937A-026D-D9ABCE0AA60E}"/>
                </a:ext>
              </a:extLst>
            </p:cNvPr>
            <p:cNvCxnSpPr>
              <a:cxnSpLocks/>
            </p:cNvCxnSpPr>
            <p:nvPr/>
          </p:nvCxnSpPr>
          <p:spPr>
            <a:xfrm>
              <a:off x="3414182" y="3986735"/>
              <a:ext cx="562087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A91C7B77-89CC-80C9-E3F1-FF6FCB934BA8}"/>
                </a:ext>
              </a:extLst>
            </p:cNvPr>
            <p:cNvCxnSpPr>
              <a:cxnSpLocks/>
              <a:stCxn id="412" idx="6"/>
              <a:endCxn id="407" idx="2"/>
            </p:cNvCxnSpPr>
            <p:nvPr/>
          </p:nvCxnSpPr>
          <p:spPr>
            <a:xfrm>
              <a:off x="3375270" y="1752742"/>
              <a:ext cx="574006" cy="8839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00A1DAF7-39D5-3C26-1899-F85DE26D234C}"/>
                </a:ext>
              </a:extLst>
            </p:cNvPr>
            <p:cNvCxnSpPr>
              <a:cxnSpLocks/>
              <a:endCxn id="411" idx="2"/>
            </p:cNvCxnSpPr>
            <p:nvPr/>
          </p:nvCxnSpPr>
          <p:spPr>
            <a:xfrm>
              <a:off x="3384516" y="2187639"/>
              <a:ext cx="552841" cy="9021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5A2D90D6-FBF4-D095-1B1D-BEBFEA6AFBCD}"/>
                </a:ext>
              </a:extLst>
            </p:cNvPr>
            <p:cNvCxnSpPr>
              <a:cxnSpLocks/>
            </p:cNvCxnSpPr>
            <p:nvPr/>
          </p:nvCxnSpPr>
          <p:spPr>
            <a:xfrm>
              <a:off x="3393752" y="2646868"/>
              <a:ext cx="547287" cy="899391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B84B80C-27F0-1460-932D-6B653FF9D6BE}"/>
                </a:ext>
              </a:extLst>
            </p:cNvPr>
            <p:cNvCxnSpPr>
              <a:cxnSpLocks/>
            </p:cNvCxnSpPr>
            <p:nvPr/>
          </p:nvCxnSpPr>
          <p:spPr>
            <a:xfrm>
              <a:off x="3394899" y="3542857"/>
              <a:ext cx="574006" cy="8839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CC3BBB6-72BA-7486-AA08-ABF12A383530}"/>
                </a:ext>
              </a:extLst>
            </p:cNvPr>
            <p:cNvCxnSpPr>
              <a:cxnSpLocks/>
              <a:stCxn id="412" idx="6"/>
              <a:endCxn id="411" idx="2"/>
            </p:cNvCxnSpPr>
            <p:nvPr/>
          </p:nvCxnSpPr>
          <p:spPr>
            <a:xfrm>
              <a:off x="3375270" y="1752742"/>
              <a:ext cx="562087" cy="133701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5C195639-B718-ADF4-031A-EF8BD51CA02F}"/>
                </a:ext>
              </a:extLst>
            </p:cNvPr>
            <p:cNvCxnSpPr>
              <a:cxnSpLocks/>
              <a:stCxn id="413" idx="6"/>
              <a:endCxn id="408" idx="2"/>
            </p:cNvCxnSpPr>
            <p:nvPr/>
          </p:nvCxnSpPr>
          <p:spPr>
            <a:xfrm>
              <a:off x="3375270" y="2194702"/>
              <a:ext cx="574006" cy="134815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779A3178-DC9B-73EA-02EE-EEE4D7986E1E}"/>
                </a:ext>
              </a:extLst>
            </p:cNvPr>
            <p:cNvCxnSpPr>
              <a:cxnSpLocks/>
              <a:stCxn id="412" idx="6"/>
              <a:endCxn id="408" idx="2"/>
            </p:cNvCxnSpPr>
            <p:nvPr/>
          </p:nvCxnSpPr>
          <p:spPr>
            <a:xfrm>
              <a:off x="3375270" y="1752742"/>
              <a:ext cx="574006" cy="179011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C510F60-E40D-35E0-C1B8-B899443F2B49}"/>
                </a:ext>
              </a:extLst>
            </p:cNvPr>
            <p:cNvCxnSpPr>
              <a:cxnSpLocks/>
              <a:stCxn id="412" idx="6"/>
              <a:endCxn id="409" idx="2"/>
            </p:cNvCxnSpPr>
            <p:nvPr/>
          </p:nvCxnSpPr>
          <p:spPr>
            <a:xfrm>
              <a:off x="3375270" y="1752742"/>
              <a:ext cx="590419" cy="224072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C1720077-8EB3-5332-45E0-D4BDB1EA0BB8}"/>
                </a:ext>
              </a:extLst>
            </p:cNvPr>
            <p:cNvCxnSpPr>
              <a:cxnSpLocks/>
              <a:stCxn id="412" idx="6"/>
              <a:endCxn id="410" idx="2"/>
            </p:cNvCxnSpPr>
            <p:nvPr/>
          </p:nvCxnSpPr>
          <p:spPr>
            <a:xfrm>
              <a:off x="3375270" y="1752742"/>
              <a:ext cx="595305" cy="269133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E0E6EFC6-8FFE-4252-08C8-57B692E59FAF}"/>
                </a:ext>
              </a:extLst>
            </p:cNvPr>
            <p:cNvCxnSpPr>
              <a:cxnSpLocks/>
              <a:stCxn id="413" idx="6"/>
              <a:endCxn id="409" idx="2"/>
            </p:cNvCxnSpPr>
            <p:nvPr/>
          </p:nvCxnSpPr>
          <p:spPr>
            <a:xfrm>
              <a:off x="3375270" y="2194702"/>
              <a:ext cx="590419" cy="179876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2A87424C-9B10-A9CA-3710-19FB72268833}"/>
                </a:ext>
              </a:extLst>
            </p:cNvPr>
            <p:cNvCxnSpPr>
              <a:cxnSpLocks/>
              <a:stCxn id="413" idx="6"/>
              <a:endCxn id="410" idx="2"/>
            </p:cNvCxnSpPr>
            <p:nvPr/>
          </p:nvCxnSpPr>
          <p:spPr>
            <a:xfrm>
              <a:off x="3375270" y="2194702"/>
              <a:ext cx="595305" cy="224937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783F7882-3555-DC31-E49B-17EBA27D4419}"/>
                </a:ext>
              </a:extLst>
            </p:cNvPr>
            <p:cNvCxnSpPr>
              <a:cxnSpLocks/>
              <a:stCxn id="413" idx="6"/>
              <a:endCxn id="405" idx="2"/>
            </p:cNvCxnSpPr>
            <p:nvPr/>
          </p:nvCxnSpPr>
          <p:spPr>
            <a:xfrm flipV="1">
              <a:off x="3375270" y="1752742"/>
              <a:ext cx="562087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89D98A7D-E694-8C3F-96C5-0BA1ADEBCEF6}"/>
                </a:ext>
              </a:extLst>
            </p:cNvPr>
            <p:cNvCxnSpPr>
              <a:cxnSpLocks/>
              <a:stCxn id="414" idx="6"/>
              <a:endCxn id="405" idx="2"/>
            </p:cNvCxnSpPr>
            <p:nvPr/>
          </p:nvCxnSpPr>
          <p:spPr>
            <a:xfrm flipV="1">
              <a:off x="3387189" y="1752742"/>
              <a:ext cx="550168" cy="8839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AFE60162-833A-E992-058A-28BE882062DD}"/>
                </a:ext>
              </a:extLst>
            </p:cNvPr>
            <p:cNvCxnSpPr>
              <a:cxnSpLocks/>
              <a:stCxn id="414" idx="6"/>
              <a:endCxn id="406" idx="2"/>
            </p:cNvCxnSpPr>
            <p:nvPr/>
          </p:nvCxnSpPr>
          <p:spPr>
            <a:xfrm flipV="1">
              <a:off x="3387189" y="2194702"/>
              <a:ext cx="550168" cy="4419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93CA33EF-D61F-1959-14A5-E0E8CFC240C3}"/>
                </a:ext>
              </a:extLst>
            </p:cNvPr>
            <p:cNvCxnSpPr>
              <a:cxnSpLocks/>
              <a:stCxn id="414" idx="6"/>
              <a:endCxn id="409" idx="2"/>
            </p:cNvCxnSpPr>
            <p:nvPr/>
          </p:nvCxnSpPr>
          <p:spPr>
            <a:xfrm>
              <a:off x="3387189" y="2636662"/>
              <a:ext cx="578500" cy="135680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735FE257-71AF-D7A3-2ED3-8E8590FDB303}"/>
                </a:ext>
              </a:extLst>
            </p:cNvPr>
            <p:cNvCxnSpPr>
              <a:cxnSpLocks/>
              <a:stCxn id="414" idx="6"/>
              <a:endCxn id="410" idx="2"/>
            </p:cNvCxnSpPr>
            <p:nvPr/>
          </p:nvCxnSpPr>
          <p:spPr>
            <a:xfrm>
              <a:off x="3387189" y="2636662"/>
              <a:ext cx="583386" cy="180741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3CA329D2-0182-8845-11AD-95E46AB49FA3}"/>
                </a:ext>
              </a:extLst>
            </p:cNvPr>
            <p:cNvCxnSpPr>
              <a:cxnSpLocks/>
              <a:stCxn id="415" idx="6"/>
              <a:endCxn id="405" idx="2"/>
            </p:cNvCxnSpPr>
            <p:nvPr/>
          </p:nvCxnSpPr>
          <p:spPr>
            <a:xfrm flipV="1">
              <a:off x="3387189" y="1752742"/>
              <a:ext cx="550168" cy="179011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96BB470A-F240-5485-2467-162BD45FBDEB}"/>
                </a:ext>
              </a:extLst>
            </p:cNvPr>
            <p:cNvCxnSpPr>
              <a:cxnSpLocks/>
              <a:stCxn id="415" idx="6"/>
              <a:endCxn id="406" idx="2"/>
            </p:cNvCxnSpPr>
            <p:nvPr/>
          </p:nvCxnSpPr>
          <p:spPr>
            <a:xfrm flipV="1">
              <a:off x="3387189" y="2194702"/>
              <a:ext cx="550168" cy="134815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2791C012-4F3D-407F-0461-AFA48121C246}"/>
                </a:ext>
              </a:extLst>
            </p:cNvPr>
            <p:cNvCxnSpPr>
              <a:cxnSpLocks/>
              <a:stCxn id="415" idx="6"/>
              <a:endCxn id="407" idx="2"/>
            </p:cNvCxnSpPr>
            <p:nvPr/>
          </p:nvCxnSpPr>
          <p:spPr>
            <a:xfrm flipV="1">
              <a:off x="3387189" y="2636662"/>
              <a:ext cx="562087" cy="90619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C1B14949-329D-17C9-325F-2C692839CE1C}"/>
                </a:ext>
              </a:extLst>
            </p:cNvPr>
            <p:cNvCxnSpPr>
              <a:cxnSpLocks/>
              <a:stCxn id="415" idx="6"/>
              <a:endCxn id="411" idx="2"/>
            </p:cNvCxnSpPr>
            <p:nvPr/>
          </p:nvCxnSpPr>
          <p:spPr>
            <a:xfrm flipV="1">
              <a:off x="3387189" y="3089759"/>
              <a:ext cx="550168" cy="453098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4709EEA1-ABCF-1246-CC24-83AD3CDFD887}"/>
                </a:ext>
              </a:extLst>
            </p:cNvPr>
            <p:cNvCxnSpPr>
              <a:cxnSpLocks/>
              <a:stCxn id="416" idx="6"/>
              <a:endCxn id="405" idx="2"/>
            </p:cNvCxnSpPr>
            <p:nvPr/>
          </p:nvCxnSpPr>
          <p:spPr>
            <a:xfrm flipV="1">
              <a:off x="3403602" y="1752742"/>
              <a:ext cx="533755" cy="224072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310818F0-1218-EA75-7656-A3F403B4EC88}"/>
                </a:ext>
              </a:extLst>
            </p:cNvPr>
            <p:cNvCxnSpPr>
              <a:cxnSpLocks/>
              <a:stCxn id="416" idx="6"/>
              <a:endCxn id="406" idx="2"/>
            </p:cNvCxnSpPr>
            <p:nvPr/>
          </p:nvCxnSpPr>
          <p:spPr>
            <a:xfrm flipV="1">
              <a:off x="3403602" y="2194702"/>
              <a:ext cx="533755" cy="179876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D790D966-2D71-E93B-36B1-FE7AF9A69B29}"/>
                </a:ext>
              </a:extLst>
            </p:cNvPr>
            <p:cNvCxnSpPr>
              <a:cxnSpLocks/>
              <a:stCxn id="416" idx="6"/>
              <a:endCxn id="407" idx="2"/>
            </p:cNvCxnSpPr>
            <p:nvPr/>
          </p:nvCxnSpPr>
          <p:spPr>
            <a:xfrm flipV="1">
              <a:off x="3403602" y="2636662"/>
              <a:ext cx="545674" cy="135680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933D093F-5037-6B76-270B-F9754A619B55}"/>
                </a:ext>
              </a:extLst>
            </p:cNvPr>
            <p:cNvCxnSpPr>
              <a:cxnSpLocks/>
              <a:stCxn id="416" idx="6"/>
              <a:endCxn id="411" idx="2"/>
            </p:cNvCxnSpPr>
            <p:nvPr/>
          </p:nvCxnSpPr>
          <p:spPr>
            <a:xfrm flipV="1">
              <a:off x="3403602" y="3089759"/>
              <a:ext cx="533755" cy="903709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8381B9E-D0D1-B424-260C-31FAF610AF4D}"/>
                </a:ext>
              </a:extLst>
            </p:cNvPr>
            <p:cNvCxnSpPr>
              <a:cxnSpLocks/>
              <a:stCxn id="416" idx="6"/>
              <a:endCxn id="408" idx="2"/>
            </p:cNvCxnSpPr>
            <p:nvPr/>
          </p:nvCxnSpPr>
          <p:spPr>
            <a:xfrm flipV="1">
              <a:off x="3403602" y="3542857"/>
              <a:ext cx="545674" cy="450611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719FE436-65A9-3714-3010-CDF1F178CC25}"/>
                </a:ext>
              </a:extLst>
            </p:cNvPr>
            <p:cNvCxnSpPr>
              <a:cxnSpLocks/>
              <a:stCxn id="417" idx="6"/>
              <a:endCxn id="405" idx="2"/>
            </p:cNvCxnSpPr>
            <p:nvPr/>
          </p:nvCxnSpPr>
          <p:spPr>
            <a:xfrm flipV="1">
              <a:off x="3408488" y="1752742"/>
              <a:ext cx="528869" cy="269133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EF7607C2-BDF9-1DBF-0286-12707F1B6F4A}"/>
                </a:ext>
              </a:extLst>
            </p:cNvPr>
            <p:cNvCxnSpPr>
              <a:cxnSpLocks/>
              <a:stCxn id="417" idx="6"/>
              <a:endCxn id="406" idx="2"/>
            </p:cNvCxnSpPr>
            <p:nvPr/>
          </p:nvCxnSpPr>
          <p:spPr>
            <a:xfrm flipV="1">
              <a:off x="3408488" y="2194702"/>
              <a:ext cx="528869" cy="224937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E4CE2A3-3AEB-3DDC-2885-C7BE4D30D36C}"/>
                </a:ext>
              </a:extLst>
            </p:cNvPr>
            <p:cNvCxnSpPr>
              <a:cxnSpLocks/>
              <a:stCxn id="417" idx="6"/>
              <a:endCxn id="407" idx="2"/>
            </p:cNvCxnSpPr>
            <p:nvPr/>
          </p:nvCxnSpPr>
          <p:spPr>
            <a:xfrm flipV="1">
              <a:off x="3408488" y="2636662"/>
              <a:ext cx="540788" cy="180741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9908A740-C39D-6EBC-D777-66CD5E007E5E}"/>
                </a:ext>
              </a:extLst>
            </p:cNvPr>
            <p:cNvCxnSpPr>
              <a:cxnSpLocks/>
              <a:stCxn id="417" idx="6"/>
              <a:endCxn id="411" idx="2"/>
            </p:cNvCxnSpPr>
            <p:nvPr/>
          </p:nvCxnSpPr>
          <p:spPr>
            <a:xfrm flipV="1">
              <a:off x="3408488" y="3089759"/>
              <a:ext cx="528869" cy="135432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D129E5CB-F21C-4036-36EB-BD8A8F89CA86}"/>
                </a:ext>
              </a:extLst>
            </p:cNvPr>
            <p:cNvCxnSpPr>
              <a:cxnSpLocks/>
              <a:stCxn id="417" idx="6"/>
              <a:endCxn id="408" idx="2"/>
            </p:cNvCxnSpPr>
            <p:nvPr/>
          </p:nvCxnSpPr>
          <p:spPr>
            <a:xfrm flipV="1">
              <a:off x="3408488" y="3542857"/>
              <a:ext cx="540788" cy="901222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ACEC6D80-B2F0-45A3-CC74-6983ED527C5C}"/>
                </a:ext>
              </a:extLst>
            </p:cNvPr>
            <p:cNvCxnSpPr>
              <a:cxnSpLocks/>
              <a:stCxn id="417" idx="6"/>
              <a:endCxn id="409" idx="2"/>
            </p:cNvCxnSpPr>
            <p:nvPr/>
          </p:nvCxnSpPr>
          <p:spPr>
            <a:xfrm flipV="1">
              <a:off x="3408488" y="3993468"/>
              <a:ext cx="557201" cy="450611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24CFDF3E-E212-A194-BA40-58DD4F1620C8}"/>
                </a:ext>
              </a:extLst>
            </p:cNvPr>
            <p:cNvCxnSpPr>
              <a:cxnSpLocks/>
              <a:endCxn id="405" idx="2"/>
            </p:cNvCxnSpPr>
            <p:nvPr/>
          </p:nvCxnSpPr>
          <p:spPr>
            <a:xfrm flipV="1">
              <a:off x="3363350" y="1752742"/>
              <a:ext cx="574007" cy="134351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BDFD748F-E933-D517-4654-1A77D86896FC}"/>
                </a:ext>
              </a:extLst>
            </p:cNvPr>
            <p:cNvCxnSpPr>
              <a:cxnSpLocks/>
              <a:endCxn id="406" idx="2"/>
            </p:cNvCxnSpPr>
            <p:nvPr/>
          </p:nvCxnSpPr>
          <p:spPr>
            <a:xfrm flipV="1">
              <a:off x="3375267" y="2194702"/>
              <a:ext cx="562090" cy="89726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F23E2FA-A124-30C1-1591-D8BB6E652A57}"/>
                </a:ext>
              </a:extLst>
            </p:cNvPr>
            <p:cNvCxnSpPr>
              <a:cxnSpLocks/>
              <a:endCxn id="407" idx="2"/>
            </p:cNvCxnSpPr>
            <p:nvPr/>
          </p:nvCxnSpPr>
          <p:spPr>
            <a:xfrm flipV="1">
              <a:off x="3367030" y="2636662"/>
              <a:ext cx="582246" cy="448065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2128D5EC-3D65-2E09-F990-CFE8EC987C03}"/>
                </a:ext>
              </a:extLst>
            </p:cNvPr>
            <p:cNvCxnSpPr>
              <a:cxnSpLocks/>
              <a:endCxn id="411" idx="2"/>
            </p:cNvCxnSpPr>
            <p:nvPr/>
          </p:nvCxnSpPr>
          <p:spPr>
            <a:xfrm>
              <a:off x="3367028" y="3074375"/>
              <a:ext cx="570329" cy="15384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6B878A8-90F1-9483-A318-E7A61FFA6F51}"/>
                </a:ext>
              </a:extLst>
            </p:cNvPr>
            <p:cNvCxnSpPr>
              <a:cxnSpLocks/>
              <a:endCxn id="408" idx="2"/>
            </p:cNvCxnSpPr>
            <p:nvPr/>
          </p:nvCxnSpPr>
          <p:spPr>
            <a:xfrm>
              <a:off x="3367026" y="3082067"/>
              <a:ext cx="582250" cy="460790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51036D9A-0789-E10A-EF02-448A3E2EAB77}"/>
                </a:ext>
              </a:extLst>
            </p:cNvPr>
            <p:cNvCxnSpPr>
              <a:cxnSpLocks/>
              <a:endCxn id="409" idx="2"/>
            </p:cNvCxnSpPr>
            <p:nvPr/>
          </p:nvCxnSpPr>
          <p:spPr>
            <a:xfrm>
              <a:off x="3367024" y="3096252"/>
              <a:ext cx="598665" cy="897216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F18A81E-E49A-B7FC-3A03-CA1E46A7950C}"/>
                </a:ext>
              </a:extLst>
            </p:cNvPr>
            <p:cNvCxnSpPr>
              <a:cxnSpLocks/>
              <a:endCxn id="410" idx="2"/>
            </p:cNvCxnSpPr>
            <p:nvPr/>
          </p:nvCxnSpPr>
          <p:spPr>
            <a:xfrm>
              <a:off x="3367022" y="3096252"/>
              <a:ext cx="603553" cy="1347827"/>
            </a:xfrm>
            <a:prstGeom prst="line">
              <a:avLst/>
            </a:prstGeom>
            <a:ln w="190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2724D82C-2C33-5F3E-74FE-9ECC96040B94}"/>
              </a:ext>
            </a:extLst>
          </p:cNvPr>
          <p:cNvCxnSpPr>
            <a:cxnSpLocks/>
            <a:stCxn id="345" idx="6"/>
            <a:endCxn id="412" idx="2"/>
          </p:cNvCxnSpPr>
          <p:nvPr/>
        </p:nvCxnSpPr>
        <p:spPr>
          <a:xfrm flipV="1">
            <a:off x="2535817" y="7957484"/>
            <a:ext cx="975359" cy="153909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126ACF0C-2101-D89D-F84E-D273007A617C}"/>
              </a:ext>
            </a:extLst>
          </p:cNvPr>
          <p:cNvCxnSpPr>
            <a:cxnSpLocks/>
            <a:stCxn id="345" idx="6"/>
            <a:endCxn id="414" idx="2"/>
          </p:cNvCxnSpPr>
          <p:nvPr/>
        </p:nvCxnSpPr>
        <p:spPr>
          <a:xfrm flipV="1">
            <a:off x="2535805" y="8841404"/>
            <a:ext cx="987278" cy="65517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6DF57841-97FD-6C77-BCFA-3BA8570AF6C6}"/>
              </a:ext>
            </a:extLst>
          </p:cNvPr>
          <p:cNvCxnSpPr>
            <a:cxnSpLocks/>
            <a:stCxn id="345" idx="6"/>
            <a:endCxn id="418" idx="2"/>
          </p:cNvCxnSpPr>
          <p:nvPr/>
        </p:nvCxnSpPr>
        <p:spPr>
          <a:xfrm flipV="1">
            <a:off x="2535817" y="9294513"/>
            <a:ext cx="975359" cy="20208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2C499C31-EA74-7CA5-456C-FD085267BC3A}"/>
              </a:ext>
            </a:extLst>
          </p:cNvPr>
          <p:cNvCxnSpPr>
            <a:cxnSpLocks/>
            <a:stCxn id="345" idx="6"/>
            <a:endCxn id="415" idx="2"/>
          </p:cNvCxnSpPr>
          <p:nvPr/>
        </p:nvCxnSpPr>
        <p:spPr>
          <a:xfrm>
            <a:off x="2535805" y="9496594"/>
            <a:ext cx="987278" cy="25101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86CC1915-91AB-3784-B604-3F91646C7AD1}"/>
              </a:ext>
            </a:extLst>
          </p:cNvPr>
          <p:cNvCxnSpPr>
            <a:cxnSpLocks/>
            <a:stCxn id="345" idx="6"/>
            <a:endCxn id="416" idx="2"/>
          </p:cNvCxnSpPr>
          <p:nvPr/>
        </p:nvCxnSpPr>
        <p:spPr>
          <a:xfrm>
            <a:off x="2535817" y="9496582"/>
            <a:ext cx="1003691" cy="70162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86BABC13-1526-8B78-35EC-6C1014C958C8}"/>
              </a:ext>
            </a:extLst>
          </p:cNvPr>
          <p:cNvCxnSpPr>
            <a:cxnSpLocks/>
            <a:stCxn id="345" idx="6"/>
            <a:endCxn id="417" idx="2"/>
          </p:cNvCxnSpPr>
          <p:nvPr/>
        </p:nvCxnSpPr>
        <p:spPr>
          <a:xfrm>
            <a:off x="2535817" y="9496594"/>
            <a:ext cx="1008577" cy="115223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>
            <a:extLst>
              <a:ext uri="{FF2B5EF4-FFF2-40B4-BE49-F238E27FC236}">
                <a16:creationId xmlns:a16="http://schemas.microsoft.com/office/drawing/2014/main" id="{D115548D-777E-D0CE-A7BB-AA367756FA6F}"/>
              </a:ext>
            </a:extLst>
          </p:cNvPr>
          <p:cNvSpPr txBox="1"/>
          <p:nvPr/>
        </p:nvSpPr>
        <p:spPr>
          <a:xfrm>
            <a:off x="6303197" y="4989150"/>
            <a:ext cx="1195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err="1"/>
              <a:t>termination_layer</a:t>
            </a:r>
            <a:endParaRPr lang="en-US" sz="1000" i="1" dirty="0"/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6480FECD-EBF6-1E01-15DD-F0E2249118CF}"/>
              </a:ext>
            </a:extLst>
          </p:cNvPr>
          <p:cNvSpPr/>
          <p:nvPr/>
        </p:nvSpPr>
        <p:spPr>
          <a:xfrm>
            <a:off x="6760073" y="6857842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7" name="Rounded Rectangle 426">
            <a:extLst>
              <a:ext uri="{FF2B5EF4-FFF2-40B4-BE49-F238E27FC236}">
                <a16:creationId xmlns:a16="http://schemas.microsoft.com/office/drawing/2014/main" id="{97988B83-A75F-AC62-56A3-DDAE109AB280}"/>
              </a:ext>
            </a:extLst>
          </p:cNvPr>
          <p:cNvSpPr/>
          <p:nvPr/>
        </p:nvSpPr>
        <p:spPr>
          <a:xfrm>
            <a:off x="6641147" y="6722184"/>
            <a:ext cx="543300" cy="526117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566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C8ECC082-1EF8-EF07-3ABC-5C38343589AA}"/>
              </a:ext>
            </a:extLst>
          </p:cNvPr>
          <p:cNvSpPr txBox="1"/>
          <p:nvPr/>
        </p:nvSpPr>
        <p:spPr>
          <a:xfrm>
            <a:off x="6340111" y="7328451"/>
            <a:ext cx="1195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err="1"/>
              <a:t>connect_head</a:t>
            </a:r>
            <a:endParaRPr lang="en-US" sz="1000" i="1" dirty="0"/>
          </a:p>
        </p:txBody>
      </p: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851478CB-7DA7-43B0-8526-889CFBD23882}"/>
              </a:ext>
            </a:extLst>
          </p:cNvPr>
          <p:cNvCxnSpPr>
            <a:cxnSpLocks/>
            <a:stCxn id="17" idx="6"/>
            <a:endCxn id="427" idx="1"/>
          </p:cNvCxnSpPr>
          <p:nvPr/>
        </p:nvCxnSpPr>
        <p:spPr>
          <a:xfrm>
            <a:off x="4621895" y="3349070"/>
            <a:ext cx="2019252" cy="363617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9C641095-B7D6-8AA6-DCE7-5F71738ED4CB}"/>
              </a:ext>
            </a:extLst>
          </p:cNvPr>
          <p:cNvCxnSpPr>
            <a:cxnSpLocks/>
            <a:stCxn id="18" idx="6"/>
            <a:endCxn id="427" idx="1"/>
          </p:cNvCxnSpPr>
          <p:nvPr/>
        </p:nvCxnSpPr>
        <p:spPr>
          <a:xfrm>
            <a:off x="4621895" y="3791030"/>
            <a:ext cx="2019252" cy="319421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DA4F0300-5A26-BA8E-8909-330D3306CAF9}"/>
              </a:ext>
            </a:extLst>
          </p:cNvPr>
          <p:cNvCxnSpPr>
            <a:cxnSpLocks/>
            <a:stCxn id="19" idx="6"/>
            <a:endCxn id="427" idx="1"/>
          </p:cNvCxnSpPr>
          <p:nvPr/>
        </p:nvCxnSpPr>
        <p:spPr>
          <a:xfrm>
            <a:off x="4633822" y="4232990"/>
            <a:ext cx="2007333" cy="275225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6FA53F34-4F23-4737-C666-05709C12DFFC}"/>
              </a:ext>
            </a:extLst>
          </p:cNvPr>
          <p:cNvCxnSpPr>
            <a:cxnSpLocks/>
            <a:endCxn id="427" idx="1"/>
          </p:cNvCxnSpPr>
          <p:nvPr/>
        </p:nvCxnSpPr>
        <p:spPr>
          <a:xfrm>
            <a:off x="4670502" y="4686075"/>
            <a:ext cx="1970653" cy="22991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A2EC0B94-53E0-6455-F877-F7EECD457C4C}"/>
              </a:ext>
            </a:extLst>
          </p:cNvPr>
          <p:cNvCxnSpPr>
            <a:cxnSpLocks/>
            <a:stCxn id="20" idx="6"/>
            <a:endCxn id="427" idx="1"/>
          </p:cNvCxnSpPr>
          <p:nvPr/>
        </p:nvCxnSpPr>
        <p:spPr>
          <a:xfrm>
            <a:off x="4633822" y="5139177"/>
            <a:ext cx="2007333" cy="184605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A90EF2BA-39CC-974B-EE6E-6ACC39E1FC0D}"/>
              </a:ext>
            </a:extLst>
          </p:cNvPr>
          <p:cNvCxnSpPr>
            <a:cxnSpLocks/>
            <a:stCxn id="21" idx="6"/>
            <a:endCxn id="427" idx="1"/>
          </p:cNvCxnSpPr>
          <p:nvPr/>
        </p:nvCxnSpPr>
        <p:spPr>
          <a:xfrm>
            <a:off x="4650227" y="5589796"/>
            <a:ext cx="1990920" cy="139544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6F84923C-6EFE-4F7F-0A9A-55657687FA54}"/>
              </a:ext>
            </a:extLst>
          </p:cNvPr>
          <p:cNvCxnSpPr>
            <a:cxnSpLocks/>
            <a:stCxn id="22" idx="6"/>
            <a:endCxn id="427" idx="1"/>
          </p:cNvCxnSpPr>
          <p:nvPr/>
        </p:nvCxnSpPr>
        <p:spPr>
          <a:xfrm>
            <a:off x="4655113" y="6040399"/>
            <a:ext cx="1986034" cy="94483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8642C6F8-319B-F95A-0DE6-2D9F61034141}"/>
              </a:ext>
            </a:extLst>
          </p:cNvPr>
          <p:cNvCxnSpPr>
            <a:cxnSpLocks/>
            <a:stCxn id="405" idx="6"/>
            <a:endCxn id="427" idx="1"/>
          </p:cNvCxnSpPr>
          <p:nvPr/>
        </p:nvCxnSpPr>
        <p:spPr>
          <a:xfrm flipV="1">
            <a:off x="4621895" y="6985243"/>
            <a:ext cx="2019252" cy="97225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D21EDE98-43E6-7312-0A91-C277CD458FC9}"/>
              </a:ext>
            </a:extLst>
          </p:cNvPr>
          <p:cNvCxnSpPr>
            <a:cxnSpLocks/>
            <a:stCxn id="406" idx="6"/>
            <a:endCxn id="427" idx="1"/>
          </p:cNvCxnSpPr>
          <p:nvPr/>
        </p:nvCxnSpPr>
        <p:spPr>
          <a:xfrm flipV="1">
            <a:off x="4621895" y="6985243"/>
            <a:ext cx="2019252" cy="141421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CD426C0D-A8D3-DAF2-D73E-386815E2B034}"/>
              </a:ext>
            </a:extLst>
          </p:cNvPr>
          <p:cNvCxnSpPr>
            <a:cxnSpLocks/>
            <a:stCxn id="407" idx="6"/>
            <a:endCxn id="427" idx="1"/>
          </p:cNvCxnSpPr>
          <p:nvPr/>
        </p:nvCxnSpPr>
        <p:spPr>
          <a:xfrm flipV="1">
            <a:off x="4633822" y="6985243"/>
            <a:ext cx="2007333" cy="185617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AEAD8724-89DD-5F49-2027-CA32EA2C7E5D}"/>
              </a:ext>
            </a:extLst>
          </p:cNvPr>
          <p:cNvCxnSpPr>
            <a:cxnSpLocks/>
            <a:endCxn id="427" idx="1"/>
          </p:cNvCxnSpPr>
          <p:nvPr/>
        </p:nvCxnSpPr>
        <p:spPr>
          <a:xfrm flipV="1">
            <a:off x="4670502" y="6985235"/>
            <a:ext cx="1970653" cy="230926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1B168B20-F506-0E99-3DEB-F34BAEEF6EA7}"/>
              </a:ext>
            </a:extLst>
          </p:cNvPr>
          <p:cNvCxnSpPr>
            <a:cxnSpLocks/>
            <a:stCxn id="408" idx="6"/>
            <a:endCxn id="427" idx="1"/>
          </p:cNvCxnSpPr>
          <p:nvPr/>
        </p:nvCxnSpPr>
        <p:spPr>
          <a:xfrm flipV="1">
            <a:off x="4633822" y="6985235"/>
            <a:ext cx="2007333" cy="276236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D9219BA6-F1D0-8746-AF47-F21DE80B30DA}"/>
              </a:ext>
            </a:extLst>
          </p:cNvPr>
          <p:cNvCxnSpPr>
            <a:cxnSpLocks/>
            <a:stCxn id="409" idx="6"/>
            <a:endCxn id="427" idx="1"/>
          </p:cNvCxnSpPr>
          <p:nvPr/>
        </p:nvCxnSpPr>
        <p:spPr>
          <a:xfrm flipV="1">
            <a:off x="4650227" y="6985243"/>
            <a:ext cx="1990920" cy="321297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320C5A1-65B7-F68F-A860-B893CC41B407}"/>
              </a:ext>
            </a:extLst>
          </p:cNvPr>
          <p:cNvCxnSpPr>
            <a:cxnSpLocks/>
            <a:stCxn id="410" idx="6"/>
            <a:endCxn id="427" idx="1"/>
          </p:cNvCxnSpPr>
          <p:nvPr/>
        </p:nvCxnSpPr>
        <p:spPr>
          <a:xfrm flipV="1">
            <a:off x="4655113" y="6985235"/>
            <a:ext cx="1986034" cy="366359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Oval 473">
            <a:extLst>
              <a:ext uri="{FF2B5EF4-FFF2-40B4-BE49-F238E27FC236}">
                <a16:creationId xmlns:a16="http://schemas.microsoft.com/office/drawing/2014/main" id="{33FBF64D-1A79-0DD8-9B87-A7DA8CCC5F97}"/>
              </a:ext>
            </a:extLst>
          </p:cNvPr>
          <p:cNvSpPr/>
          <p:nvPr/>
        </p:nvSpPr>
        <p:spPr>
          <a:xfrm>
            <a:off x="6760073" y="9130859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AC8069E9-5307-0215-C013-1F3E21C813CD}"/>
              </a:ext>
            </a:extLst>
          </p:cNvPr>
          <p:cNvCxnSpPr>
            <a:cxnSpLocks/>
            <a:endCxn id="474" idx="2"/>
          </p:cNvCxnSpPr>
          <p:nvPr/>
        </p:nvCxnSpPr>
        <p:spPr>
          <a:xfrm flipV="1">
            <a:off x="4667036" y="9268027"/>
            <a:ext cx="2093045" cy="137875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5D5F0800-2AA0-8540-45E7-C771779BDB16}"/>
              </a:ext>
            </a:extLst>
          </p:cNvPr>
          <p:cNvCxnSpPr>
            <a:cxnSpLocks/>
            <a:stCxn id="474" idx="2"/>
          </p:cNvCxnSpPr>
          <p:nvPr/>
        </p:nvCxnSpPr>
        <p:spPr>
          <a:xfrm flipH="1">
            <a:off x="4662150" y="9268019"/>
            <a:ext cx="2097931" cy="92814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29F3E4AB-E7F8-37F9-70C9-E09D7C674E0E}"/>
              </a:ext>
            </a:extLst>
          </p:cNvPr>
          <p:cNvCxnSpPr>
            <a:cxnSpLocks/>
            <a:stCxn id="474" idx="2"/>
          </p:cNvCxnSpPr>
          <p:nvPr/>
        </p:nvCxnSpPr>
        <p:spPr>
          <a:xfrm flipH="1">
            <a:off x="4645725" y="9268027"/>
            <a:ext cx="2114348" cy="2063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80991B41-AB37-9C89-E903-E4EB85D5FC73}"/>
              </a:ext>
            </a:extLst>
          </p:cNvPr>
          <p:cNvCxnSpPr>
            <a:cxnSpLocks/>
            <a:stCxn id="474" idx="2"/>
          </p:cNvCxnSpPr>
          <p:nvPr/>
        </p:nvCxnSpPr>
        <p:spPr>
          <a:xfrm flipH="1" flipV="1">
            <a:off x="4645729" y="8839359"/>
            <a:ext cx="2114344" cy="42866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B6B94DD5-7C51-3C6F-DF22-CBCD37BD1139}"/>
              </a:ext>
            </a:extLst>
          </p:cNvPr>
          <p:cNvCxnSpPr>
            <a:cxnSpLocks/>
            <a:stCxn id="474" idx="2"/>
          </p:cNvCxnSpPr>
          <p:nvPr/>
        </p:nvCxnSpPr>
        <p:spPr>
          <a:xfrm flipH="1">
            <a:off x="4645729" y="9268027"/>
            <a:ext cx="2114344" cy="47753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48FEAF70-3F49-3007-C075-D0A3CDBBAA07}"/>
              </a:ext>
            </a:extLst>
          </p:cNvPr>
          <p:cNvCxnSpPr>
            <a:cxnSpLocks/>
            <a:stCxn id="474" idx="2"/>
          </p:cNvCxnSpPr>
          <p:nvPr/>
        </p:nvCxnSpPr>
        <p:spPr>
          <a:xfrm flipH="1" flipV="1">
            <a:off x="4633818" y="8397399"/>
            <a:ext cx="2126263" cy="8706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B870C6D0-1F0B-5D3B-E44B-BB6A0161E010}"/>
              </a:ext>
            </a:extLst>
          </p:cNvPr>
          <p:cNvCxnSpPr>
            <a:cxnSpLocks/>
            <a:stCxn id="474" idx="2"/>
          </p:cNvCxnSpPr>
          <p:nvPr/>
        </p:nvCxnSpPr>
        <p:spPr>
          <a:xfrm flipH="1" flipV="1">
            <a:off x="4633818" y="7955439"/>
            <a:ext cx="2126263" cy="13125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Rounded Rectangle 481">
            <a:extLst>
              <a:ext uri="{FF2B5EF4-FFF2-40B4-BE49-F238E27FC236}">
                <a16:creationId xmlns:a16="http://schemas.microsoft.com/office/drawing/2014/main" id="{8B1769C6-B2F0-3476-E8B7-B3FA83F21022}"/>
              </a:ext>
            </a:extLst>
          </p:cNvPr>
          <p:cNvSpPr/>
          <p:nvPr/>
        </p:nvSpPr>
        <p:spPr>
          <a:xfrm>
            <a:off x="6641147" y="8995201"/>
            <a:ext cx="543300" cy="526117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566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6D56ECDB-FC6D-FC1E-DA60-EFD5B0376946}"/>
              </a:ext>
            </a:extLst>
          </p:cNvPr>
          <p:cNvSpPr txBox="1"/>
          <p:nvPr/>
        </p:nvSpPr>
        <p:spPr>
          <a:xfrm>
            <a:off x="6315112" y="9595527"/>
            <a:ext cx="1195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err="1"/>
              <a:t>termination_layer</a:t>
            </a:r>
            <a:endParaRPr lang="en-US" sz="1000" i="1" dirty="0"/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2DDEC2FA-1041-EA4A-757F-2BCB773256B2}"/>
              </a:ext>
            </a:extLst>
          </p:cNvPr>
          <p:cNvSpPr/>
          <p:nvPr/>
        </p:nvSpPr>
        <p:spPr>
          <a:xfrm>
            <a:off x="6748158" y="12005122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0C6AEA8C-2AAF-56EA-73CC-B9AC46F3ECA6}"/>
              </a:ext>
            </a:extLst>
          </p:cNvPr>
          <p:cNvSpPr/>
          <p:nvPr/>
        </p:nvSpPr>
        <p:spPr>
          <a:xfrm>
            <a:off x="6748158" y="12602975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6" name="Rounded Rectangle 485">
            <a:extLst>
              <a:ext uri="{FF2B5EF4-FFF2-40B4-BE49-F238E27FC236}">
                <a16:creationId xmlns:a16="http://schemas.microsoft.com/office/drawing/2014/main" id="{2A09B6A0-9765-E35C-CE51-906AB0C9A0C5}"/>
              </a:ext>
            </a:extLst>
          </p:cNvPr>
          <p:cNvSpPr/>
          <p:nvPr/>
        </p:nvSpPr>
        <p:spPr>
          <a:xfrm>
            <a:off x="6629231" y="11854070"/>
            <a:ext cx="543300" cy="113316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566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7BA0D96A-EA80-774D-0FD8-5D03A360B434}"/>
              </a:ext>
            </a:extLst>
          </p:cNvPr>
          <p:cNvSpPr txBox="1"/>
          <p:nvPr/>
        </p:nvSpPr>
        <p:spPr>
          <a:xfrm>
            <a:off x="6506218" y="13077721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 err="1"/>
              <a:t>grow_head</a:t>
            </a:r>
            <a:endParaRPr lang="en-US" sz="10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1AF9B643-35BF-4F7E-D7EB-722752B18EC3}"/>
                  </a:ext>
                </a:extLst>
              </p:cNvPr>
              <p:cNvSpPr txBox="1"/>
              <p:nvPr/>
            </p:nvSpPr>
            <p:spPr>
              <a:xfrm>
                <a:off x="7568171" y="12158429"/>
                <a:ext cx="2047035" cy="531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score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for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choosing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score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for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choosing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8" name="TextBox 487">
                <a:extLst>
                  <a:ext uri="{FF2B5EF4-FFF2-40B4-BE49-F238E27FC236}">
                    <a16:creationId xmlns:a16="http://schemas.microsoft.com/office/drawing/2014/main" id="{1AF9B643-35BF-4F7E-D7EB-722752B18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71" y="12158429"/>
                <a:ext cx="2047035" cy="531877"/>
              </a:xfrm>
              <a:prstGeom prst="rect">
                <a:avLst/>
              </a:prstGeom>
              <a:blipFill>
                <a:blip r:embed="rId5"/>
                <a:stretch>
                  <a:fillRect l="-1235" t="-9302" r="-2469" b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9" name="Left Brace 488">
            <a:extLst>
              <a:ext uri="{FF2B5EF4-FFF2-40B4-BE49-F238E27FC236}">
                <a16:creationId xmlns:a16="http://schemas.microsoft.com/office/drawing/2014/main" id="{5A67D884-922E-D9B8-81E3-060A6BD975BA}"/>
              </a:ext>
            </a:extLst>
          </p:cNvPr>
          <p:cNvSpPr/>
          <p:nvPr/>
        </p:nvSpPr>
        <p:spPr>
          <a:xfrm>
            <a:off x="7298419" y="12158428"/>
            <a:ext cx="269748" cy="53187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2FDAF015-0CA1-B0D3-5535-99780AF73FB3}"/>
              </a:ext>
            </a:extLst>
          </p:cNvPr>
          <p:cNvCxnSpPr>
            <a:cxnSpLocks/>
            <a:stCxn id="410" idx="6"/>
            <a:endCxn id="485" idx="2"/>
          </p:cNvCxnSpPr>
          <p:nvPr/>
        </p:nvCxnSpPr>
        <p:spPr>
          <a:xfrm>
            <a:off x="4655117" y="10648825"/>
            <a:ext cx="2093045" cy="209131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CC7D7751-CEE9-080B-7EF4-72F8618040B2}"/>
              </a:ext>
            </a:extLst>
          </p:cNvPr>
          <p:cNvCxnSpPr>
            <a:cxnSpLocks/>
            <a:stCxn id="409" idx="6"/>
            <a:endCxn id="485" idx="2"/>
          </p:cNvCxnSpPr>
          <p:nvPr/>
        </p:nvCxnSpPr>
        <p:spPr>
          <a:xfrm>
            <a:off x="4650235" y="10198222"/>
            <a:ext cx="2097931" cy="254192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08F5BDDE-3706-B36A-5FDA-6AA50829D88D}"/>
              </a:ext>
            </a:extLst>
          </p:cNvPr>
          <p:cNvCxnSpPr>
            <a:cxnSpLocks/>
            <a:stCxn id="408" idx="6"/>
            <a:endCxn id="485" idx="2"/>
          </p:cNvCxnSpPr>
          <p:nvPr/>
        </p:nvCxnSpPr>
        <p:spPr>
          <a:xfrm>
            <a:off x="4633814" y="9747603"/>
            <a:ext cx="2114344" cy="299253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5D44294C-CA87-9E03-E4E7-06726CFF648D}"/>
              </a:ext>
            </a:extLst>
          </p:cNvPr>
          <p:cNvCxnSpPr>
            <a:cxnSpLocks/>
            <a:endCxn id="485" idx="2"/>
          </p:cNvCxnSpPr>
          <p:nvPr/>
        </p:nvCxnSpPr>
        <p:spPr>
          <a:xfrm>
            <a:off x="4633810" y="9294501"/>
            <a:ext cx="2114348" cy="344563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5CBF0E58-A8FA-07B4-7080-AAAE098BE62F}"/>
              </a:ext>
            </a:extLst>
          </p:cNvPr>
          <p:cNvCxnSpPr>
            <a:cxnSpLocks/>
            <a:stCxn id="407" idx="6"/>
            <a:endCxn id="485" idx="2"/>
          </p:cNvCxnSpPr>
          <p:nvPr/>
        </p:nvCxnSpPr>
        <p:spPr>
          <a:xfrm>
            <a:off x="4633814" y="8841416"/>
            <a:ext cx="2114344" cy="389872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592DBC1B-4482-C2CB-0F2D-1B02D2C68524}"/>
              </a:ext>
            </a:extLst>
          </p:cNvPr>
          <p:cNvCxnSpPr>
            <a:cxnSpLocks/>
            <a:stCxn id="406" idx="6"/>
            <a:endCxn id="485" idx="2"/>
          </p:cNvCxnSpPr>
          <p:nvPr/>
        </p:nvCxnSpPr>
        <p:spPr>
          <a:xfrm>
            <a:off x="4621903" y="8399456"/>
            <a:ext cx="2126263" cy="434068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5D380F2B-B845-4473-00EF-E4AF37C23A89}"/>
              </a:ext>
            </a:extLst>
          </p:cNvPr>
          <p:cNvCxnSpPr>
            <a:cxnSpLocks/>
            <a:stCxn id="405" idx="6"/>
            <a:endCxn id="485" idx="3"/>
          </p:cNvCxnSpPr>
          <p:nvPr/>
        </p:nvCxnSpPr>
        <p:spPr>
          <a:xfrm>
            <a:off x="4621895" y="7957488"/>
            <a:ext cx="2166436" cy="487963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37D4BD8B-F6E5-01F3-4F88-6862EE5C6B21}"/>
              </a:ext>
            </a:extLst>
          </p:cNvPr>
          <p:cNvCxnSpPr>
            <a:cxnSpLocks/>
            <a:stCxn id="410" idx="6"/>
            <a:endCxn id="484" idx="2"/>
          </p:cNvCxnSpPr>
          <p:nvPr/>
        </p:nvCxnSpPr>
        <p:spPr>
          <a:xfrm>
            <a:off x="4655117" y="10648829"/>
            <a:ext cx="2093045" cy="1493457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B701915-0E2E-781A-9615-31FB37EBE936}"/>
              </a:ext>
            </a:extLst>
          </p:cNvPr>
          <p:cNvCxnSpPr>
            <a:cxnSpLocks/>
            <a:stCxn id="409" idx="6"/>
            <a:endCxn id="484" idx="2"/>
          </p:cNvCxnSpPr>
          <p:nvPr/>
        </p:nvCxnSpPr>
        <p:spPr>
          <a:xfrm>
            <a:off x="4650235" y="10198214"/>
            <a:ext cx="2097931" cy="1944068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E88FFAD7-8247-6F60-30BD-5AB74AB70771}"/>
              </a:ext>
            </a:extLst>
          </p:cNvPr>
          <p:cNvCxnSpPr>
            <a:cxnSpLocks/>
            <a:stCxn id="408" idx="6"/>
            <a:endCxn id="484" idx="2"/>
          </p:cNvCxnSpPr>
          <p:nvPr/>
        </p:nvCxnSpPr>
        <p:spPr>
          <a:xfrm>
            <a:off x="4633814" y="9747611"/>
            <a:ext cx="2114344" cy="239467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Connector 521">
            <a:extLst>
              <a:ext uri="{FF2B5EF4-FFF2-40B4-BE49-F238E27FC236}">
                <a16:creationId xmlns:a16="http://schemas.microsoft.com/office/drawing/2014/main" id="{86B4AA82-AF8B-C1F3-621C-A20D32FFCDB3}"/>
              </a:ext>
            </a:extLst>
          </p:cNvPr>
          <p:cNvCxnSpPr>
            <a:cxnSpLocks/>
            <a:endCxn id="484" idx="2"/>
          </p:cNvCxnSpPr>
          <p:nvPr/>
        </p:nvCxnSpPr>
        <p:spPr>
          <a:xfrm>
            <a:off x="4633810" y="9294509"/>
            <a:ext cx="2114348" cy="284778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524">
            <a:extLst>
              <a:ext uri="{FF2B5EF4-FFF2-40B4-BE49-F238E27FC236}">
                <a16:creationId xmlns:a16="http://schemas.microsoft.com/office/drawing/2014/main" id="{2474F44F-B5C0-6FDD-D78C-145B5707FA8A}"/>
              </a:ext>
            </a:extLst>
          </p:cNvPr>
          <p:cNvCxnSpPr>
            <a:cxnSpLocks/>
            <a:stCxn id="407" idx="6"/>
            <a:endCxn id="484" idx="2"/>
          </p:cNvCxnSpPr>
          <p:nvPr/>
        </p:nvCxnSpPr>
        <p:spPr>
          <a:xfrm>
            <a:off x="4633814" y="8841408"/>
            <a:ext cx="2114344" cy="330087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633C09F7-15C9-F507-5C97-9E4998999E2D}"/>
              </a:ext>
            </a:extLst>
          </p:cNvPr>
          <p:cNvCxnSpPr>
            <a:cxnSpLocks/>
            <a:stCxn id="406" idx="6"/>
            <a:endCxn id="484" idx="2"/>
          </p:cNvCxnSpPr>
          <p:nvPr/>
        </p:nvCxnSpPr>
        <p:spPr>
          <a:xfrm>
            <a:off x="4621903" y="8399448"/>
            <a:ext cx="2126263" cy="374283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19F0E520-4C64-3302-0A9E-DA034A20BF0D}"/>
              </a:ext>
            </a:extLst>
          </p:cNvPr>
          <p:cNvCxnSpPr>
            <a:cxnSpLocks/>
            <a:stCxn id="405" idx="6"/>
            <a:endCxn id="484" idx="2"/>
          </p:cNvCxnSpPr>
          <p:nvPr/>
        </p:nvCxnSpPr>
        <p:spPr>
          <a:xfrm>
            <a:off x="4621903" y="7957488"/>
            <a:ext cx="2126263" cy="418479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Rounded Rectangle 545">
            <a:extLst>
              <a:ext uri="{FF2B5EF4-FFF2-40B4-BE49-F238E27FC236}">
                <a16:creationId xmlns:a16="http://schemas.microsoft.com/office/drawing/2014/main" id="{80877F89-C125-E82E-9279-342B92934663}"/>
              </a:ext>
            </a:extLst>
          </p:cNvPr>
          <p:cNvSpPr/>
          <p:nvPr/>
        </p:nvSpPr>
        <p:spPr>
          <a:xfrm>
            <a:off x="686484" y="707587"/>
            <a:ext cx="9426794" cy="5636589"/>
          </a:xfrm>
          <a:prstGeom prst="roundRect">
            <a:avLst/>
          </a:prstGeom>
          <a:solidFill>
            <a:schemeClr val="accent2"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7" name="Rounded Rectangle 546">
            <a:extLst>
              <a:ext uri="{FF2B5EF4-FFF2-40B4-BE49-F238E27FC236}">
                <a16:creationId xmlns:a16="http://schemas.microsoft.com/office/drawing/2014/main" id="{1C2AADDB-020C-38E4-33DC-E0122502671C}"/>
              </a:ext>
            </a:extLst>
          </p:cNvPr>
          <p:cNvSpPr/>
          <p:nvPr/>
        </p:nvSpPr>
        <p:spPr>
          <a:xfrm>
            <a:off x="686484" y="7717335"/>
            <a:ext cx="9426794" cy="5636589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8" name="TextBox 547">
                <a:extLst>
                  <a:ext uri="{FF2B5EF4-FFF2-40B4-BE49-F238E27FC236}">
                    <a16:creationId xmlns:a16="http://schemas.microsoft.com/office/drawing/2014/main" id="{AAC675B6-6464-807D-0143-E86B2C881FC3}"/>
                  </a:ext>
                </a:extLst>
              </p:cNvPr>
              <p:cNvSpPr txBox="1"/>
              <p:nvPr/>
            </p:nvSpPr>
            <p:spPr>
              <a:xfrm>
                <a:off x="1039899" y="10588667"/>
                <a:ext cx="11103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Species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48" name="TextBox 547">
                <a:extLst>
                  <a:ext uri="{FF2B5EF4-FFF2-40B4-BE49-F238E27FC236}">
                    <a16:creationId xmlns:a16="http://schemas.microsoft.com/office/drawing/2014/main" id="{AAC675B6-6464-807D-0143-E86B2C881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99" y="10588667"/>
                <a:ext cx="1110369" cy="369332"/>
              </a:xfrm>
              <a:prstGeom prst="rect">
                <a:avLst/>
              </a:prstGeom>
              <a:blipFill>
                <a:blip r:embed="rId6"/>
                <a:stretch>
                  <a:fillRect l="-5682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9" name="TextBox 548">
            <a:extLst>
              <a:ext uri="{FF2B5EF4-FFF2-40B4-BE49-F238E27FC236}">
                <a16:creationId xmlns:a16="http://schemas.microsoft.com/office/drawing/2014/main" id="{7E852209-39FE-0106-5BCD-30A43E9B575F}"/>
              </a:ext>
            </a:extLst>
          </p:cNvPr>
          <p:cNvSpPr txBox="1"/>
          <p:nvPr/>
        </p:nvSpPr>
        <p:spPr>
          <a:xfrm>
            <a:off x="3441012" y="13588264"/>
            <a:ext cx="4127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Xu_training</a:t>
            </a:r>
            <a:r>
              <a:rPr lang="en-US" dirty="0"/>
              <a:t>/RL/</a:t>
            </a:r>
            <a:r>
              <a:rPr lang="en-US" dirty="0" err="1"/>
              <a:t>grow_train_animation.py</a:t>
            </a:r>
            <a:endParaRPr lang="en-US" dirty="0"/>
          </a:p>
          <a:p>
            <a:pPr algn="ctr"/>
            <a:r>
              <a:rPr lang="en-US" dirty="0"/>
              <a:t>30/06/2026</a:t>
            </a:r>
          </a:p>
        </p:txBody>
      </p:sp>
    </p:spTree>
    <p:extLst>
      <p:ext uri="{BB962C8B-B14F-4D97-AF65-F5344CB8AC3E}">
        <p14:creationId xmlns:p14="http://schemas.microsoft.com/office/powerpoint/2010/main" val="2113463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62</Words>
  <Application>Microsoft Macintosh PowerPoint</Application>
  <PresentationFormat>Custom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Boyuan Yu</dc:creator>
  <cp:lastModifiedBy>Boyuan Yu</cp:lastModifiedBy>
  <cp:revision>1</cp:revision>
  <dcterms:created xsi:type="dcterms:W3CDTF">2026-06-30T22:20:48Z</dcterms:created>
  <dcterms:modified xsi:type="dcterms:W3CDTF">2026-07-01T00:21:39Z</dcterms:modified>
</cp:coreProperties>
</file>